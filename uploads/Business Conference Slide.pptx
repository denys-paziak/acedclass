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Fira Sans" panose="020B0503050000020004" pitchFamily="34" charset="0"/>
      <p:regular r:id="rId22"/>
      <p:bold r:id="rId23"/>
      <p:italic r:id="rId24"/>
      <p:boldItalic r:id="rId25"/>
    </p:embeddedFont>
    <p:embeddedFont>
      <p:font typeface="Fira Sans SemiBold" panose="020B0603050000020004" pitchFamily="34" charset="0"/>
      <p:regular r:id="rId26"/>
      <p:bold r:id="rId27"/>
      <p:italic r:id="rId28"/>
      <p:boldItalic r:id="rId29"/>
    </p:embeddedFont>
    <p:embeddedFont>
      <p:font typeface="Merriweather" panose="00000500000000000000" pitchFamily="2" charset="-52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84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123123</a:t>
            </a:r>
            <a:endParaRPr dirty="0"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qweqw</a:t>
            </a:r>
            <a:endParaRPr dirty="0"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0" y="-144662"/>
            <a:ext cx="7775763" cy="10431728"/>
            <a:chOff x="0" y="-38100"/>
            <a:chExt cx="2047924" cy="2747433"/>
          </a:xfrm>
        </p:grpSpPr>
        <p:sp>
          <p:nvSpPr>
            <p:cNvPr id="17" name="Google Shape;17;p3"/>
            <p:cNvSpPr/>
            <p:nvPr/>
          </p:nvSpPr>
          <p:spPr>
            <a:xfrm>
              <a:off x="0" y="0"/>
              <a:ext cx="2047924" cy="2709333"/>
            </a:xfrm>
            <a:custGeom>
              <a:avLst/>
              <a:gdLst/>
              <a:ahLst/>
              <a:cxnLst/>
              <a:rect l="l" t="t" r="r" b="b"/>
              <a:pathLst>
                <a:path w="2047924" h="2709333" extrusionOk="0">
                  <a:moveTo>
                    <a:pt x="0" y="0"/>
                  </a:moveTo>
                  <a:lnTo>
                    <a:pt x="2047924" y="0"/>
                  </a:lnTo>
                  <a:lnTo>
                    <a:pt x="20479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9908"/>
            </a:solidFill>
            <a:ln>
              <a:noFill/>
            </a:ln>
          </p:spPr>
        </p:sp>
        <p:sp>
          <p:nvSpPr>
            <p:cNvPr id="18" name="Google Shape;18;p3"/>
            <p:cNvSpPr txBox="1"/>
            <p:nvPr/>
          </p:nvSpPr>
          <p:spPr>
            <a:xfrm>
              <a:off x="0" y="-38100"/>
              <a:ext cx="20478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3"/>
          <p:cNvGrpSpPr/>
          <p:nvPr/>
        </p:nvGrpSpPr>
        <p:grpSpPr>
          <a:xfrm>
            <a:off x="17464558" y="-144662"/>
            <a:ext cx="823548" cy="10431728"/>
            <a:chOff x="0" y="-38100"/>
            <a:chExt cx="216900" cy="2747433"/>
          </a:xfrm>
        </p:grpSpPr>
        <p:sp>
          <p:nvSpPr>
            <p:cNvPr id="20" name="Google Shape;20;p3"/>
            <p:cNvSpPr/>
            <p:nvPr/>
          </p:nvSpPr>
          <p:spPr>
            <a:xfrm>
              <a:off x="0" y="0"/>
              <a:ext cx="216874" cy="2709333"/>
            </a:xfrm>
            <a:custGeom>
              <a:avLst/>
              <a:gdLst/>
              <a:ahLst/>
              <a:cxnLst/>
              <a:rect l="l" t="t" r="r" b="b"/>
              <a:pathLst>
                <a:path w="216874" h="2709333" extrusionOk="0">
                  <a:moveTo>
                    <a:pt x="0" y="0"/>
                  </a:moveTo>
                  <a:lnTo>
                    <a:pt x="216874" y="0"/>
                  </a:lnTo>
                  <a:lnTo>
                    <a:pt x="21687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21" name="Google Shape;21;p3"/>
            <p:cNvSpPr txBox="1"/>
            <p:nvPr/>
          </p:nvSpPr>
          <p:spPr>
            <a:xfrm>
              <a:off x="0" y="-38100"/>
              <a:ext cx="2169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Google Shape;22;p3"/>
          <p:cNvSpPr>
            <a:spLocks noGrp="1"/>
          </p:cNvSpPr>
          <p:nvPr>
            <p:ph type="pic" idx="2"/>
          </p:nvPr>
        </p:nvSpPr>
        <p:spPr>
          <a:xfrm>
            <a:off x="722550" y="656000"/>
            <a:ext cx="7710600" cy="90417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9267000" y="1852937"/>
            <a:ext cx="7225200" cy="46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0"/>
              <a:buNone/>
              <a:defRPr sz="9700"/>
            </a:lvl1pPr>
            <a:lvl2pPr lvl="1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2pPr>
            <a:lvl3pPr lvl="2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3pPr>
            <a:lvl4pPr lvl="3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4pPr>
            <a:lvl5pPr lvl="4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5pPr>
            <a:lvl6pPr lvl="5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6pPr>
            <a:lvl7pPr lvl="6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7pPr>
            <a:lvl8pPr lvl="7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8pPr>
            <a:lvl9pPr lvl="8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9234950" y="1096275"/>
            <a:ext cx="785610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3"/>
          </p:nvPr>
        </p:nvSpPr>
        <p:spPr>
          <a:xfrm>
            <a:off x="9234950" y="8388425"/>
            <a:ext cx="7856100" cy="12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0" y="-168061"/>
            <a:ext cx="1028706" cy="10431728"/>
            <a:chOff x="0" y="-38100"/>
            <a:chExt cx="270933" cy="2747433"/>
          </a:xfrm>
        </p:grpSpPr>
        <p:sp>
          <p:nvSpPr>
            <p:cNvPr id="28" name="Google Shape;28;p4"/>
            <p:cNvSpPr/>
            <p:nvPr/>
          </p:nvSpPr>
          <p:spPr>
            <a:xfrm>
              <a:off x="0" y="0"/>
              <a:ext cx="270933" cy="2709333"/>
            </a:xfrm>
            <a:custGeom>
              <a:avLst/>
              <a:gdLst/>
              <a:ahLst/>
              <a:cxnLst/>
              <a:rect l="l" t="t" r="r" b="b"/>
              <a:pathLst>
                <a:path w="270933" h="2709333" extrusionOk="0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29" name="Google Shape;29;p4"/>
            <p:cNvSpPr txBox="1"/>
            <p:nvPr/>
          </p:nvSpPr>
          <p:spPr>
            <a:xfrm>
              <a:off x="0" y="-38100"/>
              <a:ext cx="2709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30;p4"/>
          <p:cNvGrpSpPr/>
          <p:nvPr/>
        </p:nvGrpSpPr>
        <p:grpSpPr>
          <a:xfrm>
            <a:off x="1028700" y="4962673"/>
            <a:ext cx="4558558" cy="5324362"/>
            <a:chOff x="0" y="-47625"/>
            <a:chExt cx="1200600" cy="1402292"/>
          </a:xfrm>
        </p:grpSpPr>
        <p:sp>
          <p:nvSpPr>
            <p:cNvPr id="31" name="Google Shape;31;p4"/>
            <p:cNvSpPr/>
            <p:nvPr/>
          </p:nvSpPr>
          <p:spPr>
            <a:xfrm>
              <a:off x="0" y="0"/>
              <a:ext cx="1200538" cy="1354667"/>
            </a:xfrm>
            <a:custGeom>
              <a:avLst/>
              <a:gdLst/>
              <a:ahLst/>
              <a:cxnLst/>
              <a:rect l="l" t="t" r="r" b="b"/>
              <a:pathLst>
                <a:path w="1200538" h="1354667" extrusionOk="0">
                  <a:moveTo>
                    <a:pt x="0" y="0"/>
                  </a:moveTo>
                  <a:lnTo>
                    <a:pt x="1200538" y="0"/>
                  </a:lnTo>
                  <a:lnTo>
                    <a:pt x="1200538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A9908"/>
            </a:solidFill>
            <a:ln>
              <a:noFill/>
            </a:ln>
          </p:spPr>
        </p:sp>
        <p:sp>
          <p:nvSpPr>
            <p:cNvPr id="32" name="Google Shape;32;p4"/>
            <p:cNvSpPr txBox="1"/>
            <p:nvPr/>
          </p:nvSpPr>
          <p:spPr>
            <a:xfrm>
              <a:off x="0" y="-47625"/>
              <a:ext cx="1200600" cy="140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" name="Google Shape;33;p4"/>
          <p:cNvCxnSpPr/>
          <p:nvPr/>
        </p:nvCxnSpPr>
        <p:spPr>
          <a:xfrm rot="10800000">
            <a:off x="9838589" y="6153431"/>
            <a:ext cx="0" cy="3180900"/>
          </a:xfrm>
          <a:prstGeom prst="straightConnector1">
            <a:avLst/>
          </a:prstGeom>
          <a:noFill/>
          <a:ln w="19050" cap="flat" cmpd="sng">
            <a:solidFill>
              <a:srgbClr val="FA990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4"/>
          <p:cNvCxnSpPr/>
          <p:nvPr/>
        </p:nvCxnSpPr>
        <p:spPr>
          <a:xfrm rot="10800000">
            <a:off x="14099710" y="6153431"/>
            <a:ext cx="0" cy="3180900"/>
          </a:xfrm>
          <a:prstGeom prst="straightConnector1">
            <a:avLst/>
          </a:prstGeom>
          <a:noFill/>
          <a:ln w="19050" cap="flat" cmpd="sng">
            <a:solidFill>
              <a:srgbClr val="FA990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4"/>
          <p:cNvSpPr>
            <a:spLocks noGrp="1"/>
          </p:cNvSpPr>
          <p:nvPr>
            <p:ph type="pic" idx="2"/>
          </p:nvPr>
        </p:nvSpPr>
        <p:spPr>
          <a:xfrm>
            <a:off x="1017300" y="0"/>
            <a:ext cx="17270700" cy="51657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1622775" y="5890403"/>
            <a:ext cx="3546000" cy="3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1121238" y="5522343"/>
            <a:ext cx="17166924" cy="3891219"/>
            <a:chOff x="0" y="-38100"/>
            <a:chExt cx="4521300" cy="1024841"/>
          </a:xfrm>
        </p:grpSpPr>
        <p:sp>
          <p:nvSpPr>
            <p:cNvPr id="39" name="Google Shape;39;p5"/>
            <p:cNvSpPr/>
            <p:nvPr/>
          </p:nvSpPr>
          <p:spPr>
            <a:xfrm>
              <a:off x="0" y="0"/>
              <a:ext cx="4521287" cy="986741"/>
            </a:xfrm>
            <a:custGeom>
              <a:avLst/>
              <a:gdLst/>
              <a:ahLst/>
              <a:cxnLst/>
              <a:rect l="l" t="t" r="r" b="b"/>
              <a:pathLst>
                <a:path w="4521287" h="986741" extrusionOk="0">
                  <a:moveTo>
                    <a:pt x="0" y="0"/>
                  </a:moveTo>
                  <a:lnTo>
                    <a:pt x="4521287" y="0"/>
                  </a:lnTo>
                  <a:lnTo>
                    <a:pt x="4521287" y="986741"/>
                  </a:lnTo>
                  <a:lnTo>
                    <a:pt x="0" y="986741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40" name="Google Shape;40;p5"/>
            <p:cNvSpPr txBox="1"/>
            <p:nvPr/>
          </p:nvSpPr>
          <p:spPr>
            <a:xfrm>
              <a:off x="0" y="-38100"/>
              <a:ext cx="4521300" cy="102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1" name="Google Shape;41;p5"/>
          <p:cNvCxnSpPr/>
          <p:nvPr/>
        </p:nvCxnSpPr>
        <p:spPr>
          <a:xfrm rot="10800000" flipH="1">
            <a:off x="9210675" y="1025694"/>
            <a:ext cx="9600" cy="2680200"/>
          </a:xfrm>
          <a:prstGeom prst="straightConnector1">
            <a:avLst/>
          </a:prstGeom>
          <a:noFill/>
          <a:ln w="19050" cap="flat" cmpd="sng">
            <a:solidFill>
              <a:srgbClr val="FA990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1632625" y="1025704"/>
            <a:ext cx="7225200" cy="30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2pPr>
            <a:lvl3pPr lvl="2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3pPr>
            <a:lvl4pPr lvl="3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4pPr>
            <a:lvl5pPr lvl="4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5pPr>
            <a:lvl6pPr lvl="5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6pPr>
            <a:lvl7pPr lvl="6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7pPr>
            <a:lvl8pPr lvl="7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8pPr>
            <a:lvl9pPr lvl="8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9865850" y="1096275"/>
            <a:ext cx="7225200" cy="29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marL="914400" lvl="1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2pPr>
            <a:lvl3pPr marL="1371600" lvl="2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3pPr>
            <a:lvl4pPr marL="1828800" lvl="3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4pPr>
            <a:lvl5pPr marL="2286000" lvl="4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 sz="2500"/>
            </a:lvl5pPr>
            <a:lvl6pPr marL="2743200" lvl="5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6pPr>
            <a:lvl7pPr marL="3200400" lvl="6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7pPr>
            <a:lvl8pPr marL="3657600" lvl="7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8pPr>
            <a:lvl9pPr marL="4114800" lvl="8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9pPr>
          </a:lstStyle>
          <a:p>
            <a:endParaRPr/>
          </a:p>
        </p:txBody>
      </p:sp>
      <p:sp>
        <p:nvSpPr>
          <p:cNvPr id="44" name="Google Shape;44;p5"/>
          <p:cNvSpPr>
            <a:spLocks noGrp="1"/>
          </p:cNvSpPr>
          <p:nvPr>
            <p:ph type="pic" idx="2"/>
          </p:nvPr>
        </p:nvSpPr>
        <p:spPr>
          <a:xfrm>
            <a:off x="1521950" y="5363775"/>
            <a:ext cx="16812300" cy="3734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6"/>
          <p:cNvGrpSpPr/>
          <p:nvPr/>
        </p:nvGrpSpPr>
        <p:grpSpPr>
          <a:xfrm>
            <a:off x="8031780" y="-180827"/>
            <a:ext cx="10256289" cy="10468053"/>
            <a:chOff x="0" y="-47625"/>
            <a:chExt cx="2701227" cy="2757000"/>
          </a:xfrm>
        </p:grpSpPr>
        <p:sp>
          <p:nvSpPr>
            <p:cNvPr id="47" name="Google Shape;47;p6"/>
            <p:cNvSpPr/>
            <p:nvPr/>
          </p:nvSpPr>
          <p:spPr>
            <a:xfrm>
              <a:off x="0" y="0"/>
              <a:ext cx="2701227" cy="2709333"/>
            </a:xfrm>
            <a:custGeom>
              <a:avLst/>
              <a:gdLst/>
              <a:ahLst/>
              <a:cxnLst/>
              <a:rect l="l" t="t" r="r" b="b"/>
              <a:pathLst>
                <a:path w="2701227" h="2709333" extrusionOk="0">
                  <a:moveTo>
                    <a:pt x="0" y="0"/>
                  </a:moveTo>
                  <a:lnTo>
                    <a:pt x="2701227" y="0"/>
                  </a:lnTo>
                  <a:lnTo>
                    <a:pt x="27012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48" name="Google Shape;48;p6"/>
            <p:cNvSpPr txBox="1"/>
            <p:nvPr/>
          </p:nvSpPr>
          <p:spPr>
            <a:xfrm>
              <a:off x="0" y="-47625"/>
              <a:ext cx="2701200" cy="27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1004125" y="1025700"/>
            <a:ext cx="5982600" cy="30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2pPr>
            <a:lvl3pPr lvl="2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3pPr>
            <a:lvl4pPr lvl="3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4pPr>
            <a:lvl5pPr lvl="4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5pPr>
            <a:lvl6pPr lvl="5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6pPr>
            <a:lvl7pPr lvl="6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7pPr>
            <a:lvl8pPr lvl="7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8pPr>
            <a:lvl9pPr lvl="8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1047869" y="4802548"/>
            <a:ext cx="5982600" cy="29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marL="914400" lvl="1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2pPr>
            <a:lvl3pPr marL="1371600" lvl="2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3pPr>
            <a:lvl4pPr marL="1828800" lvl="3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4pPr>
            <a:lvl5pPr marL="2286000" lvl="4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 sz="2500"/>
            </a:lvl5pPr>
            <a:lvl6pPr marL="2743200" lvl="5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6pPr>
            <a:lvl7pPr marL="3200400" lvl="6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7pPr>
            <a:lvl8pPr marL="3657600" lvl="7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8pPr>
            <a:lvl9pPr marL="4114800" lvl="8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2"/>
          </p:nvPr>
        </p:nvSpPr>
        <p:spPr>
          <a:xfrm>
            <a:off x="10221019" y="4802548"/>
            <a:ext cx="5982600" cy="29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marL="914400" lvl="1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2pPr>
            <a:lvl3pPr marL="1371600" lvl="2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3pPr>
            <a:lvl4pPr marL="1828800" lvl="3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4pPr>
            <a:lvl5pPr marL="2286000" lvl="4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 sz="2500"/>
            </a:lvl5pPr>
            <a:lvl6pPr marL="2743200" lvl="5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6pPr>
            <a:lvl7pPr marL="3200400" lvl="6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7pPr>
            <a:lvl8pPr marL="3657600" lvl="7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8pPr>
            <a:lvl9pPr marL="4114800" lvl="8" indent="-3873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57200" y="5408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457200" y="5408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/>
          </p:nvPr>
        </p:nvSpPr>
        <p:spPr>
          <a:xfrm>
            <a:off x="457200" y="5408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5408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FA9908"/>
              </a:buClr>
              <a:buSzPts val="5800"/>
              <a:buFont typeface="Merriweather"/>
              <a:buNone/>
              <a:defRPr sz="5800" b="1" i="0" u="none" strike="noStrike" cap="none">
                <a:solidFill>
                  <a:srgbClr val="FA9908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A9908"/>
              </a:buClr>
              <a:buSzPts val="1400"/>
              <a:buNone/>
              <a:defRPr sz="1800">
                <a:solidFill>
                  <a:srgbClr val="FA990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A9908"/>
              </a:buClr>
              <a:buSzPts val="1400"/>
              <a:buNone/>
              <a:defRPr sz="1800">
                <a:solidFill>
                  <a:srgbClr val="FA990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A9908"/>
              </a:buClr>
              <a:buSzPts val="1400"/>
              <a:buNone/>
              <a:defRPr sz="1800">
                <a:solidFill>
                  <a:srgbClr val="FA990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A9908"/>
              </a:buClr>
              <a:buSzPts val="1400"/>
              <a:buNone/>
              <a:defRPr sz="1800">
                <a:solidFill>
                  <a:srgbClr val="FA990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A9908"/>
              </a:buClr>
              <a:buSzPts val="1400"/>
              <a:buNone/>
              <a:defRPr sz="1800">
                <a:solidFill>
                  <a:srgbClr val="FA990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A9908"/>
              </a:buClr>
              <a:buSzPts val="1400"/>
              <a:buNone/>
              <a:defRPr sz="1800">
                <a:solidFill>
                  <a:srgbClr val="FA990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A9908"/>
              </a:buClr>
              <a:buSzPts val="1400"/>
              <a:buNone/>
              <a:defRPr sz="1800">
                <a:solidFill>
                  <a:srgbClr val="FA990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A9908"/>
              </a:buClr>
              <a:buSzPts val="1400"/>
              <a:buNone/>
              <a:defRPr sz="1800">
                <a:solidFill>
                  <a:srgbClr val="FA9908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56875" y="2132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"/>
              <a:buChar char="•"/>
              <a:defRPr sz="320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–"/>
              <a:defRPr sz="280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Char char="•"/>
              <a:defRPr sz="240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Sans"/>
              <a:buChar char="–"/>
              <a:defRPr sz="200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Sans"/>
              <a:buChar char="»"/>
              <a:defRPr sz="200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Sans"/>
              <a:buChar char="•"/>
              <a:defRPr sz="200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Sans"/>
              <a:buChar char="•"/>
              <a:defRPr sz="200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Sans"/>
              <a:buChar char="•"/>
              <a:defRPr sz="200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Sans"/>
              <a:buChar char="•"/>
              <a:defRPr sz="200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eat.com.ua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9" Type="http://schemas.openxmlformats.org/officeDocument/2006/relationships/image" Target="../media/image53.png"/><Relationship Id="rId21" Type="http://schemas.openxmlformats.org/officeDocument/2006/relationships/image" Target="../media/image35.png"/><Relationship Id="rId34" Type="http://schemas.openxmlformats.org/officeDocument/2006/relationships/image" Target="../media/image4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29" Type="http://schemas.openxmlformats.org/officeDocument/2006/relationships/image" Target="../media/image43.png"/><Relationship Id="rId41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37" Type="http://schemas.openxmlformats.org/officeDocument/2006/relationships/image" Target="../media/image51.png"/><Relationship Id="rId40" Type="http://schemas.openxmlformats.org/officeDocument/2006/relationships/image" Target="../media/image54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36" Type="http://schemas.openxmlformats.org/officeDocument/2006/relationships/image" Target="../media/image50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31" Type="http://schemas.openxmlformats.org/officeDocument/2006/relationships/image" Target="../media/image45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Relationship Id="rId35" Type="http://schemas.openxmlformats.org/officeDocument/2006/relationships/image" Target="../media/image49.png"/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33" Type="http://schemas.openxmlformats.org/officeDocument/2006/relationships/image" Target="../media/image47.png"/><Relationship Id="rId38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/>
        </p:nvSpPr>
        <p:spPr>
          <a:xfrm>
            <a:off x="9266992" y="2660013"/>
            <a:ext cx="7992300" cy="44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0" b="1" i="0" u="none" strike="noStrike" cap="none" dirty="0">
                <a:solidFill>
                  <a:srgbClr val="FA9908"/>
                </a:solidFill>
                <a:latin typeface="Merriweather"/>
                <a:ea typeface="Merriweather"/>
                <a:cs typeface="Merriweather"/>
                <a:sym typeface="Merriweather"/>
                <a:hlinkClick r:id="rId3"/>
              </a:rPr>
              <a:t>Business Conference Slides</a:t>
            </a:r>
            <a:endParaRPr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9266992" y="8037339"/>
            <a:ext cx="7992308" cy="547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Your Name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9266992" y="962025"/>
            <a:ext cx="7992308" cy="547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Conference Name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9266992" y="8710930"/>
            <a:ext cx="7992308" cy="547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Date and Location</a:t>
            </a:r>
            <a:endParaRPr/>
          </a:p>
        </p:txBody>
      </p:sp>
      <p:grpSp>
        <p:nvGrpSpPr>
          <p:cNvPr id="100" name="Google Shape;100;p13"/>
          <p:cNvGrpSpPr/>
          <p:nvPr/>
        </p:nvGrpSpPr>
        <p:grpSpPr>
          <a:xfrm>
            <a:off x="0" y="-144661"/>
            <a:ext cx="7775712" cy="10431661"/>
            <a:chOff x="0" y="-38100"/>
            <a:chExt cx="2047924" cy="2747433"/>
          </a:xfrm>
        </p:grpSpPr>
        <p:sp>
          <p:nvSpPr>
            <p:cNvPr id="101" name="Google Shape;101;p13"/>
            <p:cNvSpPr/>
            <p:nvPr/>
          </p:nvSpPr>
          <p:spPr>
            <a:xfrm>
              <a:off x="0" y="0"/>
              <a:ext cx="2047924" cy="2709333"/>
            </a:xfrm>
            <a:custGeom>
              <a:avLst/>
              <a:gdLst/>
              <a:ahLst/>
              <a:cxnLst/>
              <a:rect l="l" t="t" r="r" b="b"/>
              <a:pathLst>
                <a:path w="2047924" h="2709333" extrusionOk="0">
                  <a:moveTo>
                    <a:pt x="0" y="0"/>
                  </a:moveTo>
                  <a:lnTo>
                    <a:pt x="2047924" y="0"/>
                  </a:lnTo>
                  <a:lnTo>
                    <a:pt x="20479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9908"/>
            </a:solidFill>
            <a:ln>
              <a:noFill/>
            </a:ln>
          </p:spPr>
        </p:sp>
        <p:sp>
          <p:nvSpPr>
            <p:cNvPr id="102" name="Google Shape;102;p13"/>
            <p:cNvSpPr txBox="1"/>
            <p:nvPr/>
          </p:nvSpPr>
          <p:spPr>
            <a:xfrm>
              <a:off x="0" y="-38100"/>
              <a:ext cx="2047924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3" name="Google Shape;103;p13"/>
          <p:cNvPicPr preferRelativeResize="0"/>
          <p:nvPr/>
        </p:nvPicPr>
        <p:blipFill rotWithShape="1">
          <a:blip r:embed="rId4">
            <a:alphaModFix/>
          </a:blip>
          <a:srcRect t="5653" b="5652"/>
          <a:stretch/>
        </p:blipFill>
        <p:spPr>
          <a:xfrm flipH="1">
            <a:off x="649514" y="641822"/>
            <a:ext cx="7613340" cy="9003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13"/>
          <p:cNvGrpSpPr/>
          <p:nvPr/>
        </p:nvGrpSpPr>
        <p:grpSpPr>
          <a:xfrm>
            <a:off x="17464558" y="-144661"/>
            <a:ext cx="823442" cy="10431661"/>
            <a:chOff x="0" y="-38100"/>
            <a:chExt cx="216874" cy="2747433"/>
          </a:xfrm>
        </p:grpSpPr>
        <p:sp>
          <p:nvSpPr>
            <p:cNvPr id="105" name="Google Shape;105;p13"/>
            <p:cNvSpPr/>
            <p:nvPr/>
          </p:nvSpPr>
          <p:spPr>
            <a:xfrm>
              <a:off x="0" y="0"/>
              <a:ext cx="216874" cy="2709333"/>
            </a:xfrm>
            <a:custGeom>
              <a:avLst/>
              <a:gdLst/>
              <a:ahLst/>
              <a:cxnLst/>
              <a:rect l="l" t="t" r="r" b="b"/>
              <a:pathLst>
                <a:path w="216874" h="2709333" extrusionOk="0">
                  <a:moveTo>
                    <a:pt x="0" y="0"/>
                  </a:moveTo>
                  <a:lnTo>
                    <a:pt x="216874" y="0"/>
                  </a:lnTo>
                  <a:lnTo>
                    <a:pt x="21687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106" name="Google Shape;106;p13"/>
            <p:cNvSpPr txBox="1"/>
            <p:nvPr/>
          </p:nvSpPr>
          <p:spPr>
            <a:xfrm>
              <a:off x="0" y="-38100"/>
              <a:ext cx="216874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4"/>
          <p:cNvPicPr preferRelativeResize="0"/>
          <p:nvPr/>
        </p:nvPicPr>
        <p:blipFill rotWithShape="1">
          <a:blip r:embed="rId3">
            <a:alphaModFix/>
          </a:blip>
          <a:srcRect t="23482" b="32043"/>
          <a:stretch/>
        </p:blipFill>
        <p:spPr>
          <a:xfrm>
            <a:off x="928811" y="0"/>
            <a:ext cx="173591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4"/>
          <p:cNvGrpSpPr/>
          <p:nvPr/>
        </p:nvGrpSpPr>
        <p:grpSpPr>
          <a:xfrm>
            <a:off x="0" y="-168060"/>
            <a:ext cx="1028700" cy="10431661"/>
            <a:chOff x="0" y="-38100"/>
            <a:chExt cx="270933" cy="2747433"/>
          </a:xfrm>
        </p:grpSpPr>
        <p:sp>
          <p:nvSpPr>
            <p:cNvPr id="113" name="Google Shape;113;p14"/>
            <p:cNvSpPr/>
            <p:nvPr/>
          </p:nvSpPr>
          <p:spPr>
            <a:xfrm>
              <a:off x="0" y="0"/>
              <a:ext cx="270933" cy="2709333"/>
            </a:xfrm>
            <a:custGeom>
              <a:avLst/>
              <a:gdLst/>
              <a:ahLst/>
              <a:cxnLst/>
              <a:rect l="l" t="t" r="r" b="b"/>
              <a:pathLst>
                <a:path w="270933" h="2709333" extrusionOk="0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114" name="Google Shape;114;p14"/>
            <p:cNvSpPr txBox="1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14"/>
          <p:cNvGrpSpPr/>
          <p:nvPr/>
        </p:nvGrpSpPr>
        <p:grpSpPr>
          <a:xfrm>
            <a:off x="1028700" y="4962674"/>
            <a:ext cx="4558293" cy="5324326"/>
            <a:chOff x="0" y="-47625"/>
            <a:chExt cx="1200538" cy="1402292"/>
          </a:xfrm>
        </p:grpSpPr>
        <p:sp>
          <p:nvSpPr>
            <p:cNvPr id="116" name="Google Shape;116;p14"/>
            <p:cNvSpPr/>
            <p:nvPr/>
          </p:nvSpPr>
          <p:spPr>
            <a:xfrm>
              <a:off x="0" y="0"/>
              <a:ext cx="1200538" cy="1354667"/>
            </a:xfrm>
            <a:custGeom>
              <a:avLst/>
              <a:gdLst/>
              <a:ahLst/>
              <a:cxnLst/>
              <a:rect l="l" t="t" r="r" b="b"/>
              <a:pathLst>
                <a:path w="1200538" h="1354667" extrusionOk="0">
                  <a:moveTo>
                    <a:pt x="0" y="0"/>
                  </a:moveTo>
                  <a:lnTo>
                    <a:pt x="1200538" y="0"/>
                  </a:lnTo>
                  <a:lnTo>
                    <a:pt x="1200538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A9908"/>
            </a:solidFill>
            <a:ln>
              <a:noFill/>
            </a:ln>
          </p:spPr>
        </p:sp>
        <p:sp>
          <p:nvSpPr>
            <p:cNvPr id="117" name="Google Shape;117;p14"/>
            <p:cNvSpPr txBox="1"/>
            <p:nvPr/>
          </p:nvSpPr>
          <p:spPr>
            <a:xfrm>
              <a:off x="0" y="-47625"/>
              <a:ext cx="1200538" cy="1402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8" name="Google Shape;118;p14"/>
          <p:cNvCxnSpPr/>
          <p:nvPr/>
        </p:nvCxnSpPr>
        <p:spPr>
          <a:xfrm rot="10800000">
            <a:off x="9838589" y="6153318"/>
            <a:ext cx="0" cy="3181013"/>
          </a:xfrm>
          <a:prstGeom prst="straightConnector1">
            <a:avLst/>
          </a:prstGeom>
          <a:noFill/>
          <a:ln w="19050" cap="flat" cmpd="sng">
            <a:solidFill>
              <a:srgbClr val="FA990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" name="Google Shape;119;p14"/>
          <p:cNvCxnSpPr/>
          <p:nvPr/>
        </p:nvCxnSpPr>
        <p:spPr>
          <a:xfrm rot="10800000">
            <a:off x="14099710" y="6153318"/>
            <a:ext cx="0" cy="3181013"/>
          </a:xfrm>
          <a:prstGeom prst="straightConnector1">
            <a:avLst/>
          </a:prstGeom>
          <a:noFill/>
          <a:ln w="19050" cap="flat" cmpd="sng">
            <a:solidFill>
              <a:srgbClr val="FA990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" name="Google Shape;120;p14"/>
          <p:cNvSpPr txBox="1"/>
          <p:nvPr/>
        </p:nvSpPr>
        <p:spPr>
          <a:xfrm>
            <a:off x="10990376" y="6548146"/>
            <a:ext cx="194061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Topic 2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772651" y="6563253"/>
            <a:ext cx="179381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Topic 1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205647" y="7444711"/>
            <a:ext cx="292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Give a quick overview of what this topic covers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5104212" y="6563253"/>
            <a:ext cx="212838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Topic 3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1496914" y="6396566"/>
            <a:ext cx="362186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Agenda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10376969" y="7444711"/>
            <a:ext cx="3167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Summarize this section in a few words to set expectations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14655023" y="7444711"/>
            <a:ext cx="3026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Briefly introduce what this topic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will cover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599169" y="7863811"/>
            <a:ext cx="3417355" cy="82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Provide a clear roadmap for your audience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/>
        </p:nvSpPr>
        <p:spPr>
          <a:xfrm>
            <a:off x="1582982" y="1092206"/>
            <a:ext cx="7168446" cy="114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FA9908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935491" y="971550"/>
            <a:ext cx="7323900" cy="27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Briefly introduce yourself, your role, and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your organization.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Share key achievements to build credibility,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and explain why this presentation is valuable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to your audience.</a:t>
            </a:r>
            <a:endParaRPr/>
          </a:p>
        </p:txBody>
      </p:sp>
      <p:grpSp>
        <p:nvGrpSpPr>
          <p:cNvPr id="134" name="Google Shape;134;p15"/>
          <p:cNvGrpSpPr/>
          <p:nvPr/>
        </p:nvGrpSpPr>
        <p:grpSpPr>
          <a:xfrm>
            <a:off x="1121238" y="5522344"/>
            <a:ext cx="17166762" cy="3891193"/>
            <a:chOff x="0" y="-38100"/>
            <a:chExt cx="4521287" cy="1024841"/>
          </a:xfrm>
        </p:grpSpPr>
        <p:sp>
          <p:nvSpPr>
            <p:cNvPr id="135" name="Google Shape;135;p15"/>
            <p:cNvSpPr/>
            <p:nvPr/>
          </p:nvSpPr>
          <p:spPr>
            <a:xfrm>
              <a:off x="0" y="0"/>
              <a:ext cx="4521287" cy="986741"/>
            </a:xfrm>
            <a:custGeom>
              <a:avLst/>
              <a:gdLst/>
              <a:ahLst/>
              <a:cxnLst/>
              <a:rect l="l" t="t" r="r" b="b"/>
              <a:pathLst>
                <a:path w="4521287" h="986741" extrusionOk="0">
                  <a:moveTo>
                    <a:pt x="0" y="0"/>
                  </a:moveTo>
                  <a:lnTo>
                    <a:pt x="4521287" y="0"/>
                  </a:lnTo>
                  <a:lnTo>
                    <a:pt x="4521287" y="986741"/>
                  </a:lnTo>
                  <a:lnTo>
                    <a:pt x="0" y="986741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136" name="Google Shape;136;p15"/>
            <p:cNvSpPr txBox="1"/>
            <p:nvPr/>
          </p:nvSpPr>
          <p:spPr>
            <a:xfrm>
              <a:off x="0" y="-38100"/>
              <a:ext cx="4521287" cy="10248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15"/>
          <p:cNvSpPr/>
          <p:nvPr/>
        </p:nvSpPr>
        <p:spPr>
          <a:xfrm>
            <a:off x="1582982" y="4571716"/>
            <a:ext cx="16705018" cy="4410435"/>
          </a:xfrm>
          <a:custGeom>
            <a:avLst/>
            <a:gdLst/>
            <a:ahLst/>
            <a:cxnLst/>
            <a:rect l="l" t="t" r="r" b="b"/>
            <a:pathLst>
              <a:path w="16705018" h="4410435" extrusionOk="0">
                <a:moveTo>
                  <a:pt x="0" y="0"/>
                </a:moveTo>
                <a:lnTo>
                  <a:pt x="16705018" y="0"/>
                </a:lnTo>
                <a:lnTo>
                  <a:pt x="16705018" y="4410435"/>
                </a:lnTo>
                <a:lnTo>
                  <a:pt x="0" y="4410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9629" b="-62705"/>
            </a:stretch>
          </a:blipFill>
          <a:ln>
            <a:noFill/>
          </a:ln>
        </p:spPr>
      </p:sp>
      <p:cxnSp>
        <p:nvCxnSpPr>
          <p:cNvPr id="138" name="Google Shape;138;p15"/>
          <p:cNvCxnSpPr/>
          <p:nvPr/>
        </p:nvCxnSpPr>
        <p:spPr>
          <a:xfrm rot="10800000" flipH="1">
            <a:off x="9210675" y="1025565"/>
            <a:ext cx="9525" cy="2680329"/>
          </a:xfrm>
          <a:prstGeom prst="straightConnector1">
            <a:avLst/>
          </a:prstGeom>
          <a:noFill/>
          <a:ln w="19050" cap="flat" cmpd="sng">
            <a:solidFill>
              <a:srgbClr val="FA990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5952" y="2395404"/>
            <a:ext cx="10967288" cy="78906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16"/>
          <p:cNvGrpSpPr/>
          <p:nvPr/>
        </p:nvGrpSpPr>
        <p:grpSpPr>
          <a:xfrm>
            <a:off x="0" y="-180826"/>
            <a:ext cx="1028700" cy="10467826"/>
            <a:chOff x="0" y="-47625"/>
            <a:chExt cx="270933" cy="2756958"/>
          </a:xfrm>
        </p:grpSpPr>
        <p:sp>
          <p:nvSpPr>
            <p:cNvPr id="145" name="Google Shape;145;p16"/>
            <p:cNvSpPr/>
            <p:nvPr/>
          </p:nvSpPr>
          <p:spPr>
            <a:xfrm>
              <a:off x="0" y="0"/>
              <a:ext cx="270933" cy="2709333"/>
            </a:xfrm>
            <a:custGeom>
              <a:avLst/>
              <a:gdLst/>
              <a:ahLst/>
              <a:cxnLst/>
              <a:rect l="l" t="t" r="r" b="b"/>
              <a:pathLst>
                <a:path w="270933" h="2709333" extrusionOk="0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146" name="Google Shape;146;p16"/>
            <p:cNvSpPr txBox="1"/>
            <p:nvPr/>
          </p:nvSpPr>
          <p:spPr>
            <a:xfrm>
              <a:off x="0" y="-47625"/>
              <a:ext cx="270933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16"/>
          <p:cNvSpPr txBox="1"/>
          <p:nvPr/>
        </p:nvSpPr>
        <p:spPr>
          <a:xfrm>
            <a:off x="1728235" y="1095375"/>
            <a:ext cx="5267100" cy="24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FA9908"/>
                </a:solidFill>
                <a:latin typeface="Merriweather"/>
                <a:ea typeface="Merriweather"/>
                <a:cs typeface="Merriweather"/>
                <a:sym typeface="Merriweather"/>
              </a:rPr>
              <a:t>Industry overview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728235" y="3784746"/>
            <a:ext cx="5267100" cy="19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Give context with current industry insights. Explain why this topic is important in today’s business landscape.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0457170" y="1369793"/>
            <a:ext cx="4197424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Chart title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060294" y="2258062"/>
            <a:ext cx="919900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Summarize what this data represents</a:t>
            </a:r>
            <a:endParaRPr/>
          </a:p>
        </p:txBody>
      </p:sp>
      <p:cxnSp>
        <p:nvCxnSpPr>
          <p:cNvPr id="151" name="Google Shape;151;p16"/>
          <p:cNvCxnSpPr/>
          <p:nvPr/>
        </p:nvCxnSpPr>
        <p:spPr>
          <a:xfrm rot="10800000" flipH="1">
            <a:off x="8162354" y="1028700"/>
            <a:ext cx="9096946" cy="19050"/>
          </a:xfrm>
          <a:prstGeom prst="straightConnector1">
            <a:avLst/>
          </a:prstGeom>
          <a:noFill/>
          <a:ln w="19050" cap="flat" cmpd="sng">
            <a:solidFill>
              <a:srgbClr val="FA990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17"/>
          <p:cNvGrpSpPr/>
          <p:nvPr/>
        </p:nvGrpSpPr>
        <p:grpSpPr>
          <a:xfrm>
            <a:off x="8031780" y="-180826"/>
            <a:ext cx="10256220" cy="10467826"/>
            <a:chOff x="0" y="-47625"/>
            <a:chExt cx="2701227" cy="2756958"/>
          </a:xfrm>
        </p:grpSpPr>
        <p:sp>
          <p:nvSpPr>
            <p:cNvPr id="157" name="Google Shape;157;p17"/>
            <p:cNvSpPr/>
            <p:nvPr/>
          </p:nvSpPr>
          <p:spPr>
            <a:xfrm>
              <a:off x="0" y="0"/>
              <a:ext cx="2701227" cy="2709333"/>
            </a:xfrm>
            <a:custGeom>
              <a:avLst/>
              <a:gdLst/>
              <a:ahLst/>
              <a:cxnLst/>
              <a:rect l="l" t="t" r="r" b="b"/>
              <a:pathLst>
                <a:path w="2701227" h="2709333" extrusionOk="0">
                  <a:moveTo>
                    <a:pt x="0" y="0"/>
                  </a:moveTo>
                  <a:lnTo>
                    <a:pt x="2701227" y="0"/>
                  </a:lnTo>
                  <a:lnTo>
                    <a:pt x="27012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158" name="Google Shape;158;p17"/>
            <p:cNvSpPr txBox="1"/>
            <p:nvPr/>
          </p:nvSpPr>
          <p:spPr>
            <a:xfrm>
              <a:off x="0" y="-47625"/>
              <a:ext cx="2701227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17"/>
          <p:cNvGrpSpPr/>
          <p:nvPr/>
        </p:nvGrpSpPr>
        <p:grpSpPr>
          <a:xfrm>
            <a:off x="11486380" y="2796413"/>
            <a:ext cx="3347021" cy="2015140"/>
            <a:chOff x="0" y="0"/>
            <a:chExt cx="881520" cy="530737"/>
          </a:xfrm>
        </p:grpSpPr>
        <p:sp>
          <p:nvSpPr>
            <p:cNvPr id="160" name="Google Shape;160;p17"/>
            <p:cNvSpPr/>
            <p:nvPr/>
          </p:nvSpPr>
          <p:spPr>
            <a:xfrm>
              <a:off x="0" y="0"/>
              <a:ext cx="881520" cy="530736"/>
            </a:xfrm>
            <a:custGeom>
              <a:avLst/>
              <a:gdLst/>
              <a:ahLst/>
              <a:cxnLst/>
              <a:rect l="l" t="t" r="r" b="b"/>
              <a:pathLst>
                <a:path w="881520" h="530736" extrusionOk="0">
                  <a:moveTo>
                    <a:pt x="0" y="0"/>
                  </a:moveTo>
                  <a:lnTo>
                    <a:pt x="881520" y="0"/>
                  </a:lnTo>
                  <a:lnTo>
                    <a:pt x="881520" y="530736"/>
                  </a:lnTo>
                  <a:lnTo>
                    <a:pt x="0" y="530736"/>
                  </a:lnTo>
                  <a:close/>
                </a:path>
              </a:pathLst>
            </a:custGeom>
            <a:solidFill>
              <a:srgbClr val="FA9908"/>
            </a:solidFill>
            <a:ln>
              <a:noFill/>
            </a:ln>
          </p:spPr>
        </p:sp>
        <p:sp>
          <p:nvSpPr>
            <p:cNvPr id="161" name="Google Shape;161;p17"/>
            <p:cNvSpPr txBox="1"/>
            <p:nvPr/>
          </p:nvSpPr>
          <p:spPr>
            <a:xfrm>
              <a:off x="0" y="76200"/>
              <a:ext cx="881520" cy="454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0" b="1" i="0" u="none" strike="noStrike" cap="non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45%</a:t>
              </a:r>
              <a:endParaRPr/>
            </a:p>
          </p:txBody>
        </p:sp>
      </p:grpSp>
      <p:sp>
        <p:nvSpPr>
          <p:cNvPr id="162" name="Google Shape;162;p17"/>
          <p:cNvSpPr txBox="1"/>
          <p:nvPr/>
        </p:nvSpPr>
        <p:spPr>
          <a:xfrm>
            <a:off x="10705903" y="5525928"/>
            <a:ext cx="49079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Main point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0705903" y="6665722"/>
            <a:ext cx="49080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Describe what this statistic means. Keep it clear and concise.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028700" y="2965234"/>
            <a:ext cx="6039900" cy="24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FA9908"/>
                </a:solidFill>
                <a:latin typeface="Merriweather"/>
                <a:ea typeface="Merriweather"/>
                <a:cs typeface="Merriweather"/>
                <a:sym typeface="Merriweather"/>
              </a:rPr>
              <a:t>Key challenge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028700" y="5916511"/>
            <a:ext cx="60399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Identify a major industry challenge, back it up with relevant data, and explain why it needs attention.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8"/>
          <p:cNvGrpSpPr/>
          <p:nvPr/>
        </p:nvGrpSpPr>
        <p:grpSpPr>
          <a:xfrm>
            <a:off x="8077086" y="-144661"/>
            <a:ext cx="10210914" cy="5288161"/>
            <a:chOff x="0" y="-38100"/>
            <a:chExt cx="2689294" cy="1392767"/>
          </a:xfrm>
        </p:grpSpPr>
        <p:sp>
          <p:nvSpPr>
            <p:cNvPr id="171" name="Google Shape;171;p18"/>
            <p:cNvSpPr/>
            <p:nvPr/>
          </p:nvSpPr>
          <p:spPr>
            <a:xfrm>
              <a:off x="0" y="0"/>
              <a:ext cx="2689294" cy="1354667"/>
            </a:xfrm>
            <a:custGeom>
              <a:avLst/>
              <a:gdLst/>
              <a:ahLst/>
              <a:cxnLst/>
              <a:rect l="l" t="t" r="r" b="b"/>
              <a:pathLst>
                <a:path w="2689294" h="1354667" extrusionOk="0">
                  <a:moveTo>
                    <a:pt x="0" y="0"/>
                  </a:moveTo>
                  <a:lnTo>
                    <a:pt x="2689294" y="0"/>
                  </a:lnTo>
                  <a:lnTo>
                    <a:pt x="2689294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A9908"/>
            </a:solidFill>
            <a:ln>
              <a:noFill/>
            </a:ln>
          </p:spPr>
        </p:sp>
        <p:sp>
          <p:nvSpPr>
            <p:cNvPr id="172" name="Google Shape;172;p18"/>
            <p:cNvSpPr txBox="1"/>
            <p:nvPr/>
          </p:nvSpPr>
          <p:spPr>
            <a:xfrm>
              <a:off x="0" y="-38100"/>
              <a:ext cx="2689294" cy="1392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18"/>
          <p:cNvSpPr txBox="1"/>
          <p:nvPr/>
        </p:nvSpPr>
        <p:spPr>
          <a:xfrm>
            <a:off x="9144000" y="1473197"/>
            <a:ext cx="8115300" cy="226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approach</a:t>
            </a:r>
            <a:endParaRPr/>
          </a:p>
        </p:txBody>
      </p:sp>
      <p:pic>
        <p:nvPicPr>
          <p:cNvPr id="174" name="Google Shape;174;p18"/>
          <p:cNvPicPr preferRelativeResize="0"/>
          <p:nvPr/>
        </p:nvPicPr>
        <p:blipFill rotWithShape="1">
          <a:blip r:embed="rId3">
            <a:alphaModFix/>
          </a:blip>
          <a:srcRect t="9878" r="5271" b="9589"/>
          <a:stretch/>
        </p:blipFill>
        <p:spPr>
          <a:xfrm>
            <a:off x="0" y="0"/>
            <a:ext cx="8077086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9144000" y="6079535"/>
            <a:ext cx="8115300" cy="105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Outline the key elements of your strategy and highlight how it differs from existing solutions.</a:t>
            </a:r>
            <a:endParaRPr/>
          </a:p>
        </p:txBody>
      </p:sp>
      <p:grpSp>
        <p:nvGrpSpPr>
          <p:cNvPr id="176" name="Google Shape;176;p18"/>
          <p:cNvGrpSpPr/>
          <p:nvPr/>
        </p:nvGrpSpPr>
        <p:grpSpPr>
          <a:xfrm>
            <a:off x="0" y="-180826"/>
            <a:ext cx="1028700" cy="10467826"/>
            <a:chOff x="0" y="-47625"/>
            <a:chExt cx="270933" cy="2756958"/>
          </a:xfrm>
        </p:grpSpPr>
        <p:sp>
          <p:nvSpPr>
            <p:cNvPr id="177" name="Google Shape;177;p18"/>
            <p:cNvSpPr/>
            <p:nvPr/>
          </p:nvSpPr>
          <p:spPr>
            <a:xfrm>
              <a:off x="0" y="0"/>
              <a:ext cx="270933" cy="2709333"/>
            </a:xfrm>
            <a:custGeom>
              <a:avLst/>
              <a:gdLst/>
              <a:ahLst/>
              <a:cxnLst/>
              <a:rect l="l" t="t" r="r" b="b"/>
              <a:pathLst>
                <a:path w="270933" h="2709333" extrusionOk="0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178" name="Google Shape;178;p18"/>
            <p:cNvSpPr txBox="1"/>
            <p:nvPr/>
          </p:nvSpPr>
          <p:spPr>
            <a:xfrm>
              <a:off x="0" y="-47625"/>
              <a:ext cx="270933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9" name="Google Shape;179;p18"/>
          <p:cNvCxnSpPr/>
          <p:nvPr/>
        </p:nvCxnSpPr>
        <p:spPr>
          <a:xfrm rot="10800000" flipH="1">
            <a:off x="9144000" y="9229725"/>
            <a:ext cx="8030051" cy="28575"/>
          </a:xfrm>
          <a:prstGeom prst="straightConnector1">
            <a:avLst/>
          </a:prstGeom>
          <a:noFill/>
          <a:ln w="19050" cap="flat" cmpd="sng">
            <a:solidFill>
              <a:srgbClr val="FA990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9"/>
          <p:cNvGrpSpPr/>
          <p:nvPr/>
        </p:nvGrpSpPr>
        <p:grpSpPr>
          <a:xfrm>
            <a:off x="0" y="4022907"/>
            <a:ext cx="18288000" cy="6264093"/>
            <a:chOff x="0" y="-47625"/>
            <a:chExt cx="4816593" cy="1649802"/>
          </a:xfrm>
        </p:grpSpPr>
        <p:sp>
          <p:nvSpPr>
            <p:cNvPr id="185" name="Google Shape;185;p19"/>
            <p:cNvSpPr/>
            <p:nvPr/>
          </p:nvSpPr>
          <p:spPr>
            <a:xfrm>
              <a:off x="0" y="0"/>
              <a:ext cx="4816592" cy="1602177"/>
            </a:xfrm>
            <a:custGeom>
              <a:avLst/>
              <a:gdLst/>
              <a:ahLst/>
              <a:cxnLst/>
              <a:rect l="l" t="t" r="r" b="b"/>
              <a:pathLst>
                <a:path w="4816592" h="1602177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602177"/>
                  </a:lnTo>
                  <a:lnTo>
                    <a:pt x="0" y="1602177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186" name="Google Shape;186;p19"/>
            <p:cNvSpPr txBox="1"/>
            <p:nvPr/>
          </p:nvSpPr>
          <p:spPr>
            <a:xfrm>
              <a:off x="0" y="-47625"/>
              <a:ext cx="4816593" cy="16498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9"/>
          <p:cNvSpPr/>
          <p:nvPr/>
        </p:nvSpPr>
        <p:spPr>
          <a:xfrm>
            <a:off x="1031008" y="5387030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A99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5317258" y="5377505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A99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9605817" y="5367980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A99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0" name="Google Shape;190;p19"/>
          <p:cNvCxnSpPr/>
          <p:nvPr/>
        </p:nvCxnSpPr>
        <p:spPr>
          <a:xfrm rot="10800000" flipH="1">
            <a:off x="1354858" y="5539430"/>
            <a:ext cx="3962400" cy="952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1" name="Google Shape;191;p19"/>
          <p:cNvCxnSpPr/>
          <p:nvPr/>
        </p:nvCxnSpPr>
        <p:spPr>
          <a:xfrm rot="10800000" flipH="1">
            <a:off x="5641108" y="5529905"/>
            <a:ext cx="3964708" cy="952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2" name="Google Shape;192;p19"/>
          <p:cNvCxnSpPr/>
          <p:nvPr/>
        </p:nvCxnSpPr>
        <p:spPr>
          <a:xfrm rot="10800000" flipH="1">
            <a:off x="9929667" y="5520380"/>
            <a:ext cx="3800475" cy="952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9"/>
          <p:cNvSpPr/>
          <p:nvPr/>
        </p:nvSpPr>
        <p:spPr>
          <a:xfrm>
            <a:off x="13730142" y="5358455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A99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4" name="Google Shape;194;p19"/>
          <p:cNvCxnSpPr/>
          <p:nvPr/>
        </p:nvCxnSpPr>
        <p:spPr>
          <a:xfrm>
            <a:off x="14053992" y="5520380"/>
            <a:ext cx="320530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9"/>
          <p:cNvSpPr txBox="1"/>
          <p:nvPr/>
        </p:nvSpPr>
        <p:spPr>
          <a:xfrm>
            <a:off x="1028700" y="1095375"/>
            <a:ext cx="16230600" cy="114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FA9908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Implementation plan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028700" y="6415730"/>
            <a:ext cx="33649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Step 1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028700" y="7219259"/>
            <a:ext cx="3109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Give a short, clear description of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this stage.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5317258" y="6415730"/>
            <a:ext cx="33649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Step 2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5317258" y="7219259"/>
            <a:ext cx="33648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Explain what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happens next.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13894375" y="6415730"/>
            <a:ext cx="33649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Step 4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13894375" y="7219259"/>
            <a:ext cx="33648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Outline the final step and what it achieves.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9605817" y="6415730"/>
            <a:ext cx="33649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Step 3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9605817" y="7219259"/>
            <a:ext cx="33648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Walk the audience through this stage in simple terms.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1031008" y="2486514"/>
            <a:ext cx="12772254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Guide your audience through the process.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0"/>
          <p:cNvGrpSpPr/>
          <p:nvPr/>
        </p:nvGrpSpPr>
        <p:grpSpPr>
          <a:xfrm>
            <a:off x="0" y="-180826"/>
            <a:ext cx="18288000" cy="4870478"/>
            <a:chOff x="0" y="-47625"/>
            <a:chExt cx="4816593" cy="1282760"/>
          </a:xfrm>
        </p:grpSpPr>
        <p:sp>
          <p:nvSpPr>
            <p:cNvPr id="210" name="Google Shape;210;p20"/>
            <p:cNvSpPr/>
            <p:nvPr/>
          </p:nvSpPr>
          <p:spPr>
            <a:xfrm>
              <a:off x="0" y="0"/>
              <a:ext cx="4816592" cy="1235135"/>
            </a:xfrm>
            <a:custGeom>
              <a:avLst/>
              <a:gdLst/>
              <a:ahLst/>
              <a:cxnLst/>
              <a:rect l="l" t="t" r="r" b="b"/>
              <a:pathLst>
                <a:path w="4816592" h="1235135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235135"/>
                  </a:lnTo>
                  <a:lnTo>
                    <a:pt x="0" y="1235135"/>
                  </a:lnTo>
                  <a:close/>
                </a:path>
              </a:pathLst>
            </a:custGeom>
            <a:solidFill>
              <a:srgbClr val="FA9908"/>
            </a:solidFill>
            <a:ln>
              <a:noFill/>
            </a:ln>
          </p:spPr>
        </p:sp>
        <p:sp>
          <p:nvSpPr>
            <p:cNvPr id="211" name="Google Shape;211;p20"/>
            <p:cNvSpPr txBox="1"/>
            <p:nvPr/>
          </p:nvSpPr>
          <p:spPr>
            <a:xfrm>
              <a:off x="0" y="-47625"/>
              <a:ext cx="4816593" cy="1282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20"/>
          <p:cNvGrpSpPr/>
          <p:nvPr/>
        </p:nvGrpSpPr>
        <p:grpSpPr>
          <a:xfrm>
            <a:off x="0" y="9254891"/>
            <a:ext cx="18288000" cy="1032109"/>
            <a:chOff x="0" y="-47625"/>
            <a:chExt cx="4816593" cy="271831"/>
          </a:xfrm>
        </p:grpSpPr>
        <p:sp>
          <p:nvSpPr>
            <p:cNvPr id="213" name="Google Shape;213;p20"/>
            <p:cNvSpPr/>
            <p:nvPr/>
          </p:nvSpPr>
          <p:spPr>
            <a:xfrm>
              <a:off x="0" y="0"/>
              <a:ext cx="4816592" cy="224206"/>
            </a:xfrm>
            <a:custGeom>
              <a:avLst/>
              <a:gdLst/>
              <a:ahLst/>
              <a:cxnLst/>
              <a:rect l="l" t="t" r="r" b="b"/>
              <a:pathLst>
                <a:path w="4816592" h="22420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24206"/>
                  </a:lnTo>
                  <a:lnTo>
                    <a:pt x="0" y="224206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214" name="Google Shape;214;p20"/>
            <p:cNvSpPr txBox="1"/>
            <p:nvPr/>
          </p:nvSpPr>
          <p:spPr>
            <a:xfrm>
              <a:off x="0" y="-47625"/>
              <a:ext cx="4816593" cy="2718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5" name="Google Shape;215;p20"/>
          <p:cNvPicPr preferRelativeResize="0"/>
          <p:nvPr/>
        </p:nvPicPr>
        <p:blipFill rotWithShape="1">
          <a:blip r:embed="rId3">
            <a:alphaModFix/>
          </a:blip>
          <a:srcRect t="29104" b="29104"/>
          <a:stretch/>
        </p:blipFill>
        <p:spPr>
          <a:xfrm>
            <a:off x="1028700" y="3521592"/>
            <a:ext cx="4393625" cy="2755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 rotWithShape="1">
          <a:blip r:embed="rId4">
            <a:alphaModFix/>
          </a:blip>
          <a:srcRect t="2927" b="2927"/>
          <a:stretch/>
        </p:blipFill>
        <p:spPr>
          <a:xfrm>
            <a:off x="6947188" y="3521592"/>
            <a:ext cx="4393625" cy="2755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/>
          <p:cNvPicPr preferRelativeResize="0"/>
          <p:nvPr/>
        </p:nvPicPr>
        <p:blipFill rotWithShape="1">
          <a:blip r:embed="rId5">
            <a:alphaModFix/>
          </a:blip>
          <a:srcRect t="3844" b="2008"/>
          <a:stretch/>
        </p:blipFill>
        <p:spPr>
          <a:xfrm>
            <a:off x="12864812" y="3521592"/>
            <a:ext cx="4393625" cy="275589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1027837" y="971550"/>
            <a:ext cx="16230600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CASE STUDY: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028700" y="6566385"/>
            <a:ext cx="43936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Background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1028700" y="7358602"/>
            <a:ext cx="4393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Introduce the company or industry and set the stage for the case study.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947188" y="6566385"/>
            <a:ext cx="43936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Problem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12864812" y="6566385"/>
            <a:ext cx="439448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Solution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7931774" y="7354600"/>
            <a:ext cx="24243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Describe the key pain point.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13512175" y="7350575"/>
            <a:ext cx="30999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Explain the approach used to address the problem.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1028700" y="1520825"/>
            <a:ext cx="162306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Company name or project title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862" y="3003016"/>
            <a:ext cx="10882027" cy="63434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21"/>
          <p:cNvGrpSpPr/>
          <p:nvPr/>
        </p:nvGrpSpPr>
        <p:grpSpPr>
          <a:xfrm>
            <a:off x="11097306" y="6265116"/>
            <a:ext cx="6161994" cy="2001847"/>
            <a:chOff x="0" y="-47625"/>
            <a:chExt cx="1622912" cy="527235"/>
          </a:xfrm>
        </p:grpSpPr>
        <p:sp>
          <p:nvSpPr>
            <p:cNvPr id="232" name="Google Shape;232;p21"/>
            <p:cNvSpPr/>
            <p:nvPr/>
          </p:nvSpPr>
          <p:spPr>
            <a:xfrm>
              <a:off x="0" y="0"/>
              <a:ext cx="1622912" cy="479610"/>
            </a:xfrm>
            <a:custGeom>
              <a:avLst/>
              <a:gdLst/>
              <a:ahLst/>
              <a:cxnLst/>
              <a:rect l="l" t="t" r="r" b="b"/>
              <a:pathLst>
                <a:path w="1622912" h="479610" extrusionOk="0">
                  <a:moveTo>
                    <a:pt x="0" y="0"/>
                  </a:moveTo>
                  <a:lnTo>
                    <a:pt x="1622912" y="0"/>
                  </a:lnTo>
                  <a:lnTo>
                    <a:pt x="1622912" y="479610"/>
                  </a:lnTo>
                  <a:lnTo>
                    <a:pt x="0" y="479610"/>
                  </a:lnTo>
                  <a:close/>
                </a:path>
              </a:pathLst>
            </a:custGeom>
            <a:solidFill>
              <a:srgbClr val="FA9908"/>
            </a:solidFill>
            <a:ln>
              <a:noFill/>
            </a:ln>
          </p:spPr>
        </p:sp>
        <p:sp>
          <p:nvSpPr>
            <p:cNvPr id="233" name="Google Shape;233;p21"/>
            <p:cNvSpPr txBox="1"/>
            <p:nvPr/>
          </p:nvSpPr>
          <p:spPr>
            <a:xfrm>
              <a:off x="0" y="-47625"/>
              <a:ext cx="1622912" cy="5272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21"/>
          <p:cNvGrpSpPr/>
          <p:nvPr/>
        </p:nvGrpSpPr>
        <p:grpSpPr>
          <a:xfrm>
            <a:off x="11097306" y="3729026"/>
            <a:ext cx="6161994" cy="2001847"/>
            <a:chOff x="0" y="-47625"/>
            <a:chExt cx="1622912" cy="527235"/>
          </a:xfrm>
        </p:grpSpPr>
        <p:sp>
          <p:nvSpPr>
            <p:cNvPr id="235" name="Google Shape;235;p21"/>
            <p:cNvSpPr/>
            <p:nvPr/>
          </p:nvSpPr>
          <p:spPr>
            <a:xfrm>
              <a:off x="0" y="0"/>
              <a:ext cx="1622912" cy="479610"/>
            </a:xfrm>
            <a:custGeom>
              <a:avLst/>
              <a:gdLst/>
              <a:ahLst/>
              <a:cxnLst/>
              <a:rect l="l" t="t" r="r" b="b"/>
              <a:pathLst>
                <a:path w="1622912" h="479610" extrusionOk="0">
                  <a:moveTo>
                    <a:pt x="0" y="0"/>
                  </a:moveTo>
                  <a:lnTo>
                    <a:pt x="1622912" y="0"/>
                  </a:lnTo>
                  <a:lnTo>
                    <a:pt x="1622912" y="479610"/>
                  </a:lnTo>
                  <a:lnTo>
                    <a:pt x="0" y="479610"/>
                  </a:lnTo>
                  <a:close/>
                </a:path>
              </a:pathLst>
            </a:custGeom>
            <a:solidFill>
              <a:srgbClr val="FA9908"/>
            </a:solidFill>
            <a:ln>
              <a:noFill/>
            </a:ln>
          </p:spPr>
        </p:sp>
        <p:sp>
          <p:nvSpPr>
            <p:cNvPr id="236" name="Google Shape;236;p21"/>
            <p:cNvSpPr txBox="1"/>
            <p:nvPr/>
          </p:nvSpPr>
          <p:spPr>
            <a:xfrm>
              <a:off x="0" y="-47625"/>
              <a:ext cx="1622912" cy="5272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21"/>
          <p:cNvGrpSpPr/>
          <p:nvPr/>
        </p:nvGrpSpPr>
        <p:grpSpPr>
          <a:xfrm>
            <a:off x="0" y="-180826"/>
            <a:ext cx="18288000" cy="3200393"/>
            <a:chOff x="0" y="-47625"/>
            <a:chExt cx="4816593" cy="842902"/>
          </a:xfrm>
        </p:grpSpPr>
        <p:sp>
          <p:nvSpPr>
            <p:cNvPr id="238" name="Google Shape;238;p21"/>
            <p:cNvSpPr/>
            <p:nvPr/>
          </p:nvSpPr>
          <p:spPr>
            <a:xfrm>
              <a:off x="0" y="0"/>
              <a:ext cx="4816592" cy="795277"/>
            </a:xfrm>
            <a:custGeom>
              <a:avLst/>
              <a:gdLst/>
              <a:ahLst/>
              <a:cxnLst/>
              <a:rect l="l" t="t" r="r" b="b"/>
              <a:pathLst>
                <a:path w="4816592" h="795277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95277"/>
                  </a:lnTo>
                  <a:lnTo>
                    <a:pt x="0" y="795277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239" name="Google Shape;239;p21"/>
            <p:cNvSpPr txBox="1"/>
            <p:nvPr/>
          </p:nvSpPr>
          <p:spPr>
            <a:xfrm>
              <a:off x="0" y="-47625"/>
              <a:ext cx="4816593" cy="8429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21"/>
          <p:cNvSpPr txBox="1"/>
          <p:nvPr/>
        </p:nvSpPr>
        <p:spPr>
          <a:xfrm>
            <a:off x="11462383" y="6679265"/>
            <a:ext cx="5431841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Lessons learned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11462383" y="7248575"/>
            <a:ext cx="54318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List the takeaways the audience can apply to their own business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1063698" y="9031605"/>
            <a:ext cx="9103354" cy="40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Briefly describe what the data shows here.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11462383" y="4774437"/>
            <a:ext cx="543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Provide a preview of the results. 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11462383" y="4181723"/>
            <a:ext cx="43936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Impact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1027837" y="769777"/>
            <a:ext cx="162306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CASE STUDY: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1028700" y="1414177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Company name or project title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22"/>
          <p:cNvGrpSpPr/>
          <p:nvPr/>
        </p:nvGrpSpPr>
        <p:grpSpPr>
          <a:xfrm>
            <a:off x="6668463" y="5789444"/>
            <a:ext cx="2692133" cy="1190595"/>
            <a:chOff x="0" y="-9525"/>
            <a:chExt cx="709039" cy="313572"/>
          </a:xfrm>
        </p:grpSpPr>
        <p:sp>
          <p:nvSpPr>
            <p:cNvPr id="252" name="Google Shape;252;p22"/>
            <p:cNvSpPr/>
            <p:nvPr/>
          </p:nvSpPr>
          <p:spPr>
            <a:xfrm>
              <a:off x="0" y="0"/>
              <a:ext cx="709039" cy="304047"/>
            </a:xfrm>
            <a:custGeom>
              <a:avLst/>
              <a:gdLst/>
              <a:ahLst/>
              <a:cxnLst/>
              <a:rect l="l" t="t" r="r" b="b"/>
              <a:pathLst>
                <a:path w="709039" h="304047" extrusionOk="0">
                  <a:moveTo>
                    <a:pt x="0" y="0"/>
                  </a:moveTo>
                  <a:lnTo>
                    <a:pt x="709039" y="0"/>
                  </a:lnTo>
                  <a:lnTo>
                    <a:pt x="709039" y="304047"/>
                  </a:lnTo>
                  <a:lnTo>
                    <a:pt x="0" y="304047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253" name="Google Shape;253;p22"/>
            <p:cNvSpPr txBox="1"/>
            <p:nvPr/>
          </p:nvSpPr>
          <p:spPr>
            <a:xfrm>
              <a:off x="0" y="-9525"/>
              <a:ext cx="709039" cy="3135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200" tIns="203200" rIns="203200" bIns="2032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Main point 1</a:t>
              </a:r>
              <a:endParaRPr/>
            </a:p>
          </p:txBody>
        </p:sp>
      </p:grpSp>
      <p:grpSp>
        <p:nvGrpSpPr>
          <p:cNvPr id="254" name="Google Shape;254;p22"/>
          <p:cNvGrpSpPr/>
          <p:nvPr/>
        </p:nvGrpSpPr>
        <p:grpSpPr>
          <a:xfrm>
            <a:off x="10355707" y="5789444"/>
            <a:ext cx="2692133" cy="1190595"/>
            <a:chOff x="0" y="-9525"/>
            <a:chExt cx="709039" cy="313572"/>
          </a:xfrm>
        </p:grpSpPr>
        <p:sp>
          <p:nvSpPr>
            <p:cNvPr id="255" name="Google Shape;255;p22"/>
            <p:cNvSpPr/>
            <p:nvPr/>
          </p:nvSpPr>
          <p:spPr>
            <a:xfrm>
              <a:off x="0" y="0"/>
              <a:ext cx="709039" cy="304047"/>
            </a:xfrm>
            <a:custGeom>
              <a:avLst/>
              <a:gdLst/>
              <a:ahLst/>
              <a:cxnLst/>
              <a:rect l="l" t="t" r="r" b="b"/>
              <a:pathLst>
                <a:path w="709039" h="304047" extrusionOk="0">
                  <a:moveTo>
                    <a:pt x="0" y="0"/>
                  </a:moveTo>
                  <a:lnTo>
                    <a:pt x="709039" y="0"/>
                  </a:lnTo>
                  <a:lnTo>
                    <a:pt x="709039" y="304047"/>
                  </a:lnTo>
                  <a:lnTo>
                    <a:pt x="0" y="304047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256" name="Google Shape;256;p22"/>
            <p:cNvSpPr txBox="1"/>
            <p:nvPr/>
          </p:nvSpPr>
          <p:spPr>
            <a:xfrm>
              <a:off x="0" y="-9525"/>
              <a:ext cx="709039" cy="3135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200" tIns="203200" rIns="203200" bIns="2032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Main point 2</a:t>
              </a:r>
              <a:endParaRPr/>
            </a:p>
          </p:txBody>
        </p:sp>
      </p:grpSp>
      <p:grpSp>
        <p:nvGrpSpPr>
          <p:cNvPr id="257" name="Google Shape;257;p22"/>
          <p:cNvGrpSpPr/>
          <p:nvPr/>
        </p:nvGrpSpPr>
        <p:grpSpPr>
          <a:xfrm>
            <a:off x="14038441" y="5789444"/>
            <a:ext cx="2692133" cy="1190595"/>
            <a:chOff x="0" y="-9525"/>
            <a:chExt cx="709039" cy="313572"/>
          </a:xfrm>
        </p:grpSpPr>
        <p:sp>
          <p:nvSpPr>
            <p:cNvPr id="258" name="Google Shape;258;p22"/>
            <p:cNvSpPr/>
            <p:nvPr/>
          </p:nvSpPr>
          <p:spPr>
            <a:xfrm>
              <a:off x="0" y="0"/>
              <a:ext cx="709039" cy="304047"/>
            </a:xfrm>
            <a:custGeom>
              <a:avLst/>
              <a:gdLst/>
              <a:ahLst/>
              <a:cxnLst/>
              <a:rect l="l" t="t" r="r" b="b"/>
              <a:pathLst>
                <a:path w="709039" h="304047" extrusionOk="0">
                  <a:moveTo>
                    <a:pt x="0" y="0"/>
                  </a:moveTo>
                  <a:lnTo>
                    <a:pt x="709039" y="0"/>
                  </a:lnTo>
                  <a:lnTo>
                    <a:pt x="709039" y="304047"/>
                  </a:lnTo>
                  <a:lnTo>
                    <a:pt x="0" y="304047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259" name="Google Shape;259;p22"/>
            <p:cNvSpPr txBox="1"/>
            <p:nvPr/>
          </p:nvSpPr>
          <p:spPr>
            <a:xfrm>
              <a:off x="0" y="-9525"/>
              <a:ext cx="709039" cy="3135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200" tIns="203200" rIns="203200" bIns="2032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Main point 3</a:t>
              </a:r>
              <a:endParaRPr/>
            </a:p>
          </p:txBody>
        </p:sp>
      </p:grpSp>
      <p:grpSp>
        <p:nvGrpSpPr>
          <p:cNvPr id="260" name="Google Shape;260;p22"/>
          <p:cNvGrpSpPr/>
          <p:nvPr/>
        </p:nvGrpSpPr>
        <p:grpSpPr>
          <a:xfrm>
            <a:off x="5416932" y="-180826"/>
            <a:ext cx="12871068" cy="3266926"/>
            <a:chOff x="0" y="-47625"/>
            <a:chExt cx="3389911" cy="860425"/>
          </a:xfrm>
        </p:grpSpPr>
        <p:sp>
          <p:nvSpPr>
            <p:cNvPr id="261" name="Google Shape;261;p22"/>
            <p:cNvSpPr/>
            <p:nvPr/>
          </p:nvSpPr>
          <p:spPr>
            <a:xfrm>
              <a:off x="0" y="0"/>
              <a:ext cx="3389911" cy="812800"/>
            </a:xfrm>
            <a:custGeom>
              <a:avLst/>
              <a:gdLst/>
              <a:ahLst/>
              <a:cxnLst/>
              <a:rect l="l" t="t" r="r" b="b"/>
              <a:pathLst>
                <a:path w="3389911" h="812800" extrusionOk="0">
                  <a:moveTo>
                    <a:pt x="0" y="0"/>
                  </a:moveTo>
                  <a:lnTo>
                    <a:pt x="3389911" y="0"/>
                  </a:lnTo>
                  <a:lnTo>
                    <a:pt x="338991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A9908"/>
            </a:solidFill>
            <a:ln>
              <a:noFill/>
            </a:ln>
          </p:spPr>
        </p:sp>
        <p:sp>
          <p:nvSpPr>
            <p:cNvPr id="262" name="Google Shape;262;p22"/>
            <p:cNvSpPr txBox="1"/>
            <p:nvPr/>
          </p:nvSpPr>
          <p:spPr>
            <a:xfrm>
              <a:off x="0" y="-47625"/>
              <a:ext cx="3389911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22"/>
          <p:cNvSpPr/>
          <p:nvPr/>
        </p:nvSpPr>
        <p:spPr>
          <a:xfrm>
            <a:off x="0" y="0"/>
            <a:ext cx="5639763" cy="10287000"/>
          </a:xfrm>
          <a:custGeom>
            <a:avLst/>
            <a:gdLst/>
            <a:ahLst/>
            <a:cxnLst/>
            <a:rect l="l" t="t" r="r" b="b"/>
            <a:pathLst>
              <a:path w="873747" h="1593725" extrusionOk="0">
                <a:moveTo>
                  <a:pt x="0" y="0"/>
                </a:moveTo>
                <a:lnTo>
                  <a:pt x="873747" y="0"/>
                </a:lnTo>
                <a:lnTo>
                  <a:pt x="873747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21522"/>
            </a:stretch>
          </a:blipFill>
          <a:ln>
            <a:noFill/>
          </a:ln>
        </p:spPr>
      </p:sp>
      <p:sp>
        <p:nvSpPr>
          <p:cNvPr id="264" name="Google Shape;264;p22"/>
          <p:cNvSpPr txBox="1"/>
          <p:nvPr/>
        </p:nvSpPr>
        <p:spPr>
          <a:xfrm>
            <a:off x="6643606" y="1095375"/>
            <a:ext cx="10615694" cy="114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Key takeaways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938197" y="7321034"/>
            <a:ext cx="1961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Summarize the important insight here.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10650298" y="7321034"/>
            <a:ext cx="1946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Highlight another key learning here.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14335346" y="7321034"/>
            <a:ext cx="1946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Reinforce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a main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point here.</a:t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14335346" y="4687609"/>
            <a:ext cx="516929" cy="774689"/>
          </a:xfrm>
          <a:custGeom>
            <a:avLst/>
            <a:gdLst/>
            <a:ahLst/>
            <a:cxnLst/>
            <a:rect l="l" t="t" r="r" b="b"/>
            <a:pathLst>
              <a:path w="516929" h="774689" extrusionOk="0">
                <a:moveTo>
                  <a:pt x="0" y="0"/>
                </a:moveTo>
                <a:lnTo>
                  <a:pt x="516929" y="0"/>
                </a:lnTo>
                <a:lnTo>
                  <a:pt x="516929" y="774689"/>
                </a:lnTo>
                <a:lnTo>
                  <a:pt x="0" y="774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9" name="Google Shape;269;p22"/>
          <p:cNvSpPr/>
          <p:nvPr/>
        </p:nvSpPr>
        <p:spPr>
          <a:xfrm>
            <a:off x="10650298" y="4700033"/>
            <a:ext cx="749841" cy="749841"/>
          </a:xfrm>
          <a:custGeom>
            <a:avLst/>
            <a:gdLst/>
            <a:ahLst/>
            <a:cxnLst/>
            <a:rect l="l" t="t" r="r" b="b"/>
            <a:pathLst>
              <a:path w="749841" h="749841" extrusionOk="0">
                <a:moveTo>
                  <a:pt x="0" y="0"/>
                </a:moveTo>
                <a:lnTo>
                  <a:pt x="749841" y="0"/>
                </a:lnTo>
                <a:lnTo>
                  <a:pt x="749841" y="749841"/>
                </a:lnTo>
                <a:lnTo>
                  <a:pt x="0" y="7498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0" name="Google Shape;270;p22"/>
          <p:cNvSpPr/>
          <p:nvPr/>
        </p:nvSpPr>
        <p:spPr>
          <a:xfrm>
            <a:off x="6938197" y="4700033"/>
            <a:ext cx="749841" cy="749841"/>
          </a:xfrm>
          <a:custGeom>
            <a:avLst/>
            <a:gdLst/>
            <a:ahLst/>
            <a:cxnLst/>
            <a:rect l="l" t="t" r="r" b="b"/>
            <a:pathLst>
              <a:path w="749841" h="749841" extrusionOk="0">
                <a:moveTo>
                  <a:pt x="0" y="0"/>
                </a:moveTo>
                <a:lnTo>
                  <a:pt x="749841" y="0"/>
                </a:lnTo>
                <a:lnTo>
                  <a:pt x="749841" y="749841"/>
                </a:lnTo>
                <a:lnTo>
                  <a:pt x="0" y="7498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3"/>
          <p:cNvPicPr preferRelativeResize="0"/>
          <p:nvPr/>
        </p:nvPicPr>
        <p:blipFill rotWithShape="1">
          <a:blip r:embed="rId3">
            <a:alphaModFix amt="90000"/>
          </a:blip>
          <a:srcRect t="7227" b="16786"/>
          <a:stretch/>
        </p:blipFill>
        <p:spPr>
          <a:xfrm>
            <a:off x="0" y="0"/>
            <a:ext cx="18288000" cy="925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p23"/>
          <p:cNvGrpSpPr/>
          <p:nvPr/>
        </p:nvGrpSpPr>
        <p:grpSpPr>
          <a:xfrm>
            <a:off x="0" y="8256849"/>
            <a:ext cx="18288122" cy="2030158"/>
            <a:chOff x="0" y="-47625"/>
            <a:chExt cx="4816593" cy="587209"/>
          </a:xfrm>
        </p:grpSpPr>
        <p:sp>
          <p:nvSpPr>
            <p:cNvPr id="277" name="Google Shape;277;p23"/>
            <p:cNvSpPr/>
            <p:nvPr/>
          </p:nvSpPr>
          <p:spPr>
            <a:xfrm>
              <a:off x="0" y="0"/>
              <a:ext cx="4816592" cy="539584"/>
            </a:xfrm>
            <a:custGeom>
              <a:avLst/>
              <a:gdLst/>
              <a:ahLst/>
              <a:cxnLst/>
              <a:rect l="l" t="t" r="r" b="b"/>
              <a:pathLst>
                <a:path w="4816592" h="539584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539584"/>
                  </a:lnTo>
                  <a:lnTo>
                    <a:pt x="0" y="539584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278" name="Google Shape;278;p23"/>
            <p:cNvSpPr txBox="1"/>
            <p:nvPr/>
          </p:nvSpPr>
          <p:spPr>
            <a:xfrm>
              <a:off x="0" y="-47625"/>
              <a:ext cx="4816593" cy="5872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23"/>
          <p:cNvSpPr txBox="1"/>
          <p:nvPr/>
        </p:nvSpPr>
        <p:spPr>
          <a:xfrm>
            <a:off x="1294934" y="9069303"/>
            <a:ext cx="15964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— Credit or citation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1294934" y="1085850"/>
            <a:ext cx="15964366" cy="1835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End with a strong closing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statement or quote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24"/>
          <p:cNvGrpSpPr/>
          <p:nvPr/>
        </p:nvGrpSpPr>
        <p:grpSpPr>
          <a:xfrm>
            <a:off x="0" y="-180826"/>
            <a:ext cx="18288000" cy="4517287"/>
            <a:chOff x="0" y="-47625"/>
            <a:chExt cx="4816593" cy="1189738"/>
          </a:xfrm>
        </p:grpSpPr>
        <p:sp>
          <p:nvSpPr>
            <p:cNvPr id="286" name="Google Shape;286;p24"/>
            <p:cNvSpPr/>
            <p:nvPr/>
          </p:nvSpPr>
          <p:spPr>
            <a:xfrm>
              <a:off x="0" y="0"/>
              <a:ext cx="4816592" cy="1142113"/>
            </a:xfrm>
            <a:custGeom>
              <a:avLst/>
              <a:gdLst/>
              <a:ahLst/>
              <a:cxnLst/>
              <a:rect l="l" t="t" r="r" b="b"/>
              <a:pathLst>
                <a:path w="4816592" h="114211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142113"/>
                  </a:lnTo>
                  <a:lnTo>
                    <a:pt x="0" y="1142113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287" name="Google Shape;287;p24"/>
            <p:cNvSpPr txBox="1"/>
            <p:nvPr/>
          </p:nvSpPr>
          <p:spPr>
            <a:xfrm>
              <a:off x="0" y="-47625"/>
              <a:ext cx="4816593" cy="11897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24"/>
          <p:cNvGrpSpPr/>
          <p:nvPr/>
        </p:nvGrpSpPr>
        <p:grpSpPr>
          <a:xfrm>
            <a:off x="7306352" y="1567857"/>
            <a:ext cx="3675296" cy="3856122"/>
            <a:chOff x="0" y="-47625"/>
            <a:chExt cx="967979" cy="1015604"/>
          </a:xfrm>
        </p:grpSpPr>
        <p:sp>
          <p:nvSpPr>
            <p:cNvPr id="289" name="Google Shape;289;p24"/>
            <p:cNvSpPr/>
            <p:nvPr/>
          </p:nvSpPr>
          <p:spPr>
            <a:xfrm>
              <a:off x="0" y="0"/>
              <a:ext cx="967979" cy="967979"/>
            </a:xfrm>
            <a:custGeom>
              <a:avLst/>
              <a:gdLst/>
              <a:ahLst/>
              <a:cxnLst/>
              <a:rect l="l" t="t" r="r" b="b"/>
              <a:pathLst>
                <a:path w="967979" h="967979" extrusionOk="0">
                  <a:moveTo>
                    <a:pt x="0" y="0"/>
                  </a:moveTo>
                  <a:lnTo>
                    <a:pt x="967979" y="0"/>
                  </a:lnTo>
                  <a:lnTo>
                    <a:pt x="967979" y="967979"/>
                  </a:lnTo>
                  <a:lnTo>
                    <a:pt x="0" y="967979"/>
                  </a:lnTo>
                  <a:close/>
                </a:path>
              </a:pathLst>
            </a:custGeom>
            <a:solidFill>
              <a:srgbClr val="FA9908"/>
            </a:solidFill>
            <a:ln>
              <a:noFill/>
            </a:ln>
          </p:spPr>
        </p:sp>
        <p:sp>
          <p:nvSpPr>
            <p:cNvPr id="290" name="Google Shape;290;p24"/>
            <p:cNvSpPr txBox="1"/>
            <p:nvPr/>
          </p:nvSpPr>
          <p:spPr>
            <a:xfrm>
              <a:off x="0" y="-47625"/>
              <a:ext cx="967979" cy="10156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" name="Google Shape;291;p24"/>
          <p:cNvSpPr/>
          <p:nvPr/>
        </p:nvSpPr>
        <p:spPr>
          <a:xfrm>
            <a:off x="7586832" y="2029163"/>
            <a:ext cx="3114337" cy="3114337"/>
          </a:xfrm>
          <a:custGeom>
            <a:avLst/>
            <a:gdLst/>
            <a:ahLst/>
            <a:cxnLst/>
            <a:rect l="l" t="t" r="r" b="b"/>
            <a:pathLst>
              <a:path w="3114337" h="3114337" extrusionOk="0">
                <a:moveTo>
                  <a:pt x="0" y="0"/>
                </a:moveTo>
                <a:lnTo>
                  <a:pt x="3114336" y="0"/>
                </a:lnTo>
                <a:lnTo>
                  <a:pt x="3114336" y="3114337"/>
                </a:lnTo>
                <a:lnTo>
                  <a:pt x="0" y="31143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92" name="Google Shape;292;p24"/>
          <p:cNvSpPr txBox="1"/>
          <p:nvPr/>
        </p:nvSpPr>
        <p:spPr>
          <a:xfrm>
            <a:off x="3617177" y="8077835"/>
            <a:ext cx="110535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Make it easy for your audience to engage.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Add a QR code or a link to a live Q&amp;A platform.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3617177" y="6035792"/>
            <a:ext cx="11053647" cy="114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FA9908"/>
                </a:solidFill>
                <a:latin typeface="Merriweather"/>
                <a:ea typeface="Merriweather"/>
                <a:cs typeface="Merriweather"/>
                <a:sym typeface="Merriweather"/>
              </a:rPr>
              <a:t>Got questions?</a:t>
            </a:r>
            <a:endParaRPr/>
          </a:p>
        </p:txBody>
      </p:sp>
      <p:cxnSp>
        <p:nvCxnSpPr>
          <p:cNvPr id="294" name="Google Shape;294;p24"/>
          <p:cNvCxnSpPr/>
          <p:nvPr/>
        </p:nvCxnSpPr>
        <p:spPr>
          <a:xfrm>
            <a:off x="7306352" y="7664829"/>
            <a:ext cx="3675296" cy="0"/>
          </a:xfrm>
          <a:prstGeom prst="straightConnector1">
            <a:avLst/>
          </a:prstGeom>
          <a:noFill/>
          <a:ln w="19050" cap="flat" cmpd="sng">
            <a:solidFill>
              <a:srgbClr val="FA990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"/>
          <p:cNvSpPr txBox="1"/>
          <p:nvPr/>
        </p:nvSpPr>
        <p:spPr>
          <a:xfrm>
            <a:off x="1028700" y="1488825"/>
            <a:ext cx="5945690" cy="226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FA9908"/>
                </a:solidFill>
                <a:latin typeface="Merriweather"/>
                <a:ea typeface="Merriweather"/>
                <a:cs typeface="Merriweather"/>
                <a:sym typeface="Merriweather"/>
              </a:rPr>
              <a:t>Get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FA9908"/>
                </a:solidFill>
                <a:latin typeface="Merriweather"/>
                <a:ea typeface="Merriweather"/>
                <a:cs typeface="Merriweather"/>
                <a:sym typeface="Merriweather"/>
              </a:rPr>
              <a:t>in touch!</a:t>
            </a:r>
            <a:endParaRPr/>
          </a:p>
        </p:txBody>
      </p:sp>
      <p:grpSp>
        <p:nvGrpSpPr>
          <p:cNvPr id="300" name="Google Shape;300;p25"/>
          <p:cNvGrpSpPr/>
          <p:nvPr/>
        </p:nvGrpSpPr>
        <p:grpSpPr>
          <a:xfrm>
            <a:off x="1028700" y="6661368"/>
            <a:ext cx="4184342" cy="965359"/>
            <a:chOff x="0" y="-85725"/>
            <a:chExt cx="5579123" cy="1287145"/>
          </a:xfrm>
        </p:grpSpPr>
        <p:sp>
          <p:nvSpPr>
            <p:cNvPr id="301" name="Google Shape;301;p25"/>
            <p:cNvSpPr txBox="1"/>
            <p:nvPr/>
          </p:nvSpPr>
          <p:spPr>
            <a:xfrm>
              <a:off x="0" y="-85725"/>
              <a:ext cx="5579123" cy="6826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1" i="0" u="none" strike="noStrike" cap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Email </a:t>
              </a:r>
              <a:endParaRPr/>
            </a:p>
          </p:txBody>
        </p:sp>
        <p:sp>
          <p:nvSpPr>
            <p:cNvPr id="302" name="Google Shape;302;p25"/>
            <p:cNvSpPr txBox="1"/>
            <p:nvPr/>
          </p:nvSpPr>
          <p:spPr>
            <a:xfrm>
              <a:off x="0" y="676276"/>
              <a:ext cx="5579123" cy="525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hello@reallygreatsite.com</a:t>
              </a:r>
              <a:endParaRPr/>
            </a:p>
          </p:txBody>
        </p:sp>
      </p:grpSp>
      <p:grpSp>
        <p:nvGrpSpPr>
          <p:cNvPr id="303" name="Google Shape;303;p25"/>
          <p:cNvGrpSpPr/>
          <p:nvPr/>
        </p:nvGrpSpPr>
        <p:grpSpPr>
          <a:xfrm>
            <a:off x="5737957" y="6654224"/>
            <a:ext cx="3406043" cy="1002982"/>
            <a:chOff x="0" y="-95250"/>
            <a:chExt cx="4541391" cy="1337310"/>
          </a:xfrm>
        </p:grpSpPr>
        <p:sp>
          <p:nvSpPr>
            <p:cNvPr id="304" name="Google Shape;304;p25"/>
            <p:cNvSpPr txBox="1"/>
            <p:nvPr/>
          </p:nvSpPr>
          <p:spPr>
            <a:xfrm>
              <a:off x="0" y="-95250"/>
              <a:ext cx="4541391" cy="7327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99" b="1" i="0" u="none" strike="noStrike" cap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Social media </a:t>
              </a:r>
              <a:endParaRPr/>
            </a:p>
          </p:txBody>
        </p:sp>
        <p:sp>
          <p:nvSpPr>
            <p:cNvPr id="305" name="Google Shape;305;p25"/>
            <p:cNvSpPr txBox="1"/>
            <p:nvPr/>
          </p:nvSpPr>
          <p:spPr>
            <a:xfrm>
              <a:off x="0" y="716916"/>
              <a:ext cx="4541391" cy="525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@reallygreatsite</a:t>
              </a:r>
              <a:endParaRPr/>
            </a:p>
          </p:txBody>
        </p:sp>
      </p:grpSp>
      <p:grpSp>
        <p:nvGrpSpPr>
          <p:cNvPr id="306" name="Google Shape;306;p25"/>
          <p:cNvGrpSpPr/>
          <p:nvPr/>
        </p:nvGrpSpPr>
        <p:grpSpPr>
          <a:xfrm>
            <a:off x="10276874" y="6654224"/>
            <a:ext cx="2827105" cy="1002982"/>
            <a:chOff x="0" y="-95250"/>
            <a:chExt cx="3769473" cy="1337310"/>
          </a:xfrm>
        </p:grpSpPr>
        <p:sp>
          <p:nvSpPr>
            <p:cNvPr id="307" name="Google Shape;307;p25"/>
            <p:cNvSpPr txBox="1"/>
            <p:nvPr/>
          </p:nvSpPr>
          <p:spPr>
            <a:xfrm>
              <a:off x="0" y="-95250"/>
              <a:ext cx="3769473" cy="7327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99" b="1" i="0" u="none" strike="noStrike" cap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Phone</a:t>
              </a:r>
              <a:endParaRPr/>
            </a:p>
          </p:txBody>
        </p:sp>
        <p:sp>
          <p:nvSpPr>
            <p:cNvPr id="308" name="Google Shape;308;p25"/>
            <p:cNvSpPr txBox="1"/>
            <p:nvPr/>
          </p:nvSpPr>
          <p:spPr>
            <a:xfrm>
              <a:off x="0" y="716916"/>
              <a:ext cx="3769473" cy="525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123-456-7890</a:t>
              </a:r>
              <a:endParaRPr/>
            </a:p>
          </p:txBody>
        </p:sp>
      </p:grpSp>
      <p:grpSp>
        <p:nvGrpSpPr>
          <p:cNvPr id="309" name="Google Shape;309;p25"/>
          <p:cNvGrpSpPr/>
          <p:nvPr/>
        </p:nvGrpSpPr>
        <p:grpSpPr>
          <a:xfrm>
            <a:off x="14236854" y="6654225"/>
            <a:ext cx="3197513" cy="1422082"/>
            <a:chOff x="0" y="-95250"/>
            <a:chExt cx="4263350" cy="1896110"/>
          </a:xfrm>
        </p:grpSpPr>
        <p:sp>
          <p:nvSpPr>
            <p:cNvPr id="310" name="Google Shape;310;p25"/>
            <p:cNvSpPr txBox="1"/>
            <p:nvPr/>
          </p:nvSpPr>
          <p:spPr>
            <a:xfrm>
              <a:off x="0" y="-95250"/>
              <a:ext cx="4263350" cy="7327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99" b="1" i="0" u="none" strike="noStrike" cap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Address</a:t>
              </a:r>
              <a:endParaRPr/>
            </a:p>
          </p:txBody>
        </p:sp>
        <p:sp>
          <p:nvSpPr>
            <p:cNvPr id="311" name="Google Shape;311;p25"/>
            <p:cNvSpPr txBox="1"/>
            <p:nvPr/>
          </p:nvSpPr>
          <p:spPr>
            <a:xfrm>
              <a:off x="0" y="716916"/>
              <a:ext cx="4263350" cy="10839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123 Anywhere St.,</a:t>
              </a:r>
              <a:endParaRPr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Any City, ST 12345</a:t>
              </a:r>
              <a:endParaRPr/>
            </a:p>
          </p:txBody>
        </p:sp>
      </p:grpSp>
      <p:grpSp>
        <p:nvGrpSpPr>
          <p:cNvPr id="312" name="Google Shape;312;p25"/>
          <p:cNvGrpSpPr/>
          <p:nvPr/>
        </p:nvGrpSpPr>
        <p:grpSpPr>
          <a:xfrm>
            <a:off x="8439003" y="-140003"/>
            <a:ext cx="9866575" cy="5642826"/>
            <a:chOff x="0" y="-38100"/>
            <a:chExt cx="2685063" cy="1535623"/>
          </a:xfrm>
        </p:grpSpPr>
        <p:sp>
          <p:nvSpPr>
            <p:cNvPr id="313" name="Google Shape;313;p25"/>
            <p:cNvSpPr/>
            <p:nvPr/>
          </p:nvSpPr>
          <p:spPr>
            <a:xfrm>
              <a:off x="0" y="0"/>
              <a:ext cx="2685063" cy="1497523"/>
            </a:xfrm>
            <a:custGeom>
              <a:avLst/>
              <a:gdLst/>
              <a:ahLst/>
              <a:cxnLst/>
              <a:rect l="l" t="t" r="r" b="b"/>
              <a:pathLst>
                <a:path w="2685063" h="1497523" extrusionOk="0">
                  <a:moveTo>
                    <a:pt x="0" y="0"/>
                  </a:moveTo>
                  <a:lnTo>
                    <a:pt x="2685063" y="0"/>
                  </a:lnTo>
                  <a:lnTo>
                    <a:pt x="2685063" y="1497523"/>
                  </a:lnTo>
                  <a:lnTo>
                    <a:pt x="0" y="1497523"/>
                  </a:lnTo>
                  <a:close/>
                </a:path>
              </a:pathLst>
            </a:custGeom>
            <a:solidFill>
              <a:srgbClr val="FA9908"/>
            </a:solidFill>
            <a:ln>
              <a:noFill/>
            </a:ln>
          </p:spPr>
        </p:sp>
        <p:sp>
          <p:nvSpPr>
            <p:cNvPr id="314" name="Google Shape;314;p25"/>
            <p:cNvSpPr txBox="1"/>
            <p:nvPr/>
          </p:nvSpPr>
          <p:spPr>
            <a:xfrm>
              <a:off x="0" y="-38100"/>
              <a:ext cx="2685063" cy="1535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5" name="Google Shape;315;p25"/>
          <p:cNvPicPr preferRelativeResize="0"/>
          <p:nvPr/>
        </p:nvPicPr>
        <p:blipFill rotWithShape="1">
          <a:blip r:embed="rId3">
            <a:alphaModFix/>
          </a:blip>
          <a:srcRect t="13719" b="13719"/>
          <a:stretch/>
        </p:blipFill>
        <p:spPr>
          <a:xfrm>
            <a:off x="7914809" y="0"/>
            <a:ext cx="10390769" cy="50231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" name="Google Shape;316;p25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317" name="Google Shape;317;p25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318" name="Google Shape;318;p25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19" name="Google Shape;319;p25"/>
          <p:cNvCxnSpPr/>
          <p:nvPr/>
        </p:nvCxnSpPr>
        <p:spPr>
          <a:xfrm rot="10800000">
            <a:off x="5222567" y="6181229"/>
            <a:ext cx="0" cy="2427415"/>
          </a:xfrm>
          <a:prstGeom prst="straightConnector1">
            <a:avLst/>
          </a:prstGeom>
          <a:noFill/>
          <a:ln w="19050" cap="flat" cmpd="sng">
            <a:solidFill>
              <a:srgbClr val="FA990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0" name="Google Shape;320;p25"/>
          <p:cNvCxnSpPr/>
          <p:nvPr/>
        </p:nvCxnSpPr>
        <p:spPr>
          <a:xfrm rot="10800000">
            <a:off x="9632379" y="6181229"/>
            <a:ext cx="0" cy="2427415"/>
          </a:xfrm>
          <a:prstGeom prst="straightConnector1">
            <a:avLst/>
          </a:prstGeom>
          <a:noFill/>
          <a:ln w="19050" cap="flat" cmpd="sng">
            <a:solidFill>
              <a:srgbClr val="FA990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1" name="Google Shape;321;p25"/>
          <p:cNvCxnSpPr/>
          <p:nvPr/>
        </p:nvCxnSpPr>
        <p:spPr>
          <a:xfrm rot="10800000">
            <a:off x="13432590" y="6150523"/>
            <a:ext cx="0" cy="2427415"/>
          </a:xfrm>
          <a:prstGeom prst="straightConnector1">
            <a:avLst/>
          </a:prstGeom>
          <a:noFill/>
          <a:ln w="19050" cap="flat" cmpd="sng">
            <a:solidFill>
              <a:srgbClr val="FA990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9908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26"/>
          <p:cNvGrpSpPr/>
          <p:nvPr/>
        </p:nvGrpSpPr>
        <p:grpSpPr>
          <a:xfrm>
            <a:off x="714865" y="2155876"/>
            <a:ext cx="5097641" cy="7544983"/>
            <a:chOff x="0" y="-38100"/>
            <a:chExt cx="1342589" cy="1987156"/>
          </a:xfrm>
        </p:grpSpPr>
        <p:sp>
          <p:nvSpPr>
            <p:cNvPr id="327" name="Google Shape;327;p26"/>
            <p:cNvSpPr/>
            <p:nvPr/>
          </p:nvSpPr>
          <p:spPr>
            <a:xfrm>
              <a:off x="0" y="0"/>
              <a:ext cx="1342589" cy="1949056"/>
            </a:xfrm>
            <a:custGeom>
              <a:avLst/>
              <a:gdLst/>
              <a:ahLst/>
              <a:cxnLst/>
              <a:rect l="l" t="t" r="r" b="b"/>
              <a:pathLst>
                <a:path w="1342589" h="1949056" extrusionOk="0">
                  <a:moveTo>
                    <a:pt x="0" y="0"/>
                  </a:moveTo>
                  <a:lnTo>
                    <a:pt x="1342589" y="0"/>
                  </a:lnTo>
                  <a:lnTo>
                    <a:pt x="1342589" y="1949056"/>
                  </a:lnTo>
                  <a:lnTo>
                    <a:pt x="0" y="19490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28" name="Google Shape;328;p26"/>
            <p:cNvSpPr txBox="1"/>
            <p:nvPr/>
          </p:nvSpPr>
          <p:spPr>
            <a:xfrm>
              <a:off x="0" y="-38100"/>
              <a:ext cx="1342589" cy="1987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26"/>
          <p:cNvGrpSpPr/>
          <p:nvPr/>
        </p:nvGrpSpPr>
        <p:grpSpPr>
          <a:xfrm>
            <a:off x="6060156" y="2155876"/>
            <a:ext cx="11512980" cy="7544983"/>
            <a:chOff x="0" y="-38100"/>
            <a:chExt cx="3032225" cy="1987156"/>
          </a:xfrm>
        </p:grpSpPr>
        <p:sp>
          <p:nvSpPr>
            <p:cNvPr id="330" name="Google Shape;330;p26"/>
            <p:cNvSpPr/>
            <p:nvPr/>
          </p:nvSpPr>
          <p:spPr>
            <a:xfrm>
              <a:off x="0" y="0"/>
              <a:ext cx="3032225" cy="1949056"/>
            </a:xfrm>
            <a:custGeom>
              <a:avLst/>
              <a:gdLst/>
              <a:ahLst/>
              <a:cxnLst/>
              <a:rect l="l" t="t" r="r" b="b"/>
              <a:pathLst>
                <a:path w="3032225" h="1949056" extrusionOk="0">
                  <a:moveTo>
                    <a:pt x="0" y="0"/>
                  </a:moveTo>
                  <a:lnTo>
                    <a:pt x="3032225" y="0"/>
                  </a:lnTo>
                  <a:lnTo>
                    <a:pt x="3032225" y="1949056"/>
                  </a:lnTo>
                  <a:lnTo>
                    <a:pt x="0" y="19490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31" name="Google Shape;331;p26"/>
            <p:cNvSpPr txBox="1"/>
            <p:nvPr/>
          </p:nvSpPr>
          <p:spPr>
            <a:xfrm>
              <a:off x="0" y="-38100"/>
              <a:ext cx="3032225" cy="1987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26"/>
          <p:cNvGrpSpPr/>
          <p:nvPr/>
        </p:nvGrpSpPr>
        <p:grpSpPr>
          <a:xfrm>
            <a:off x="1104558" y="2712744"/>
            <a:ext cx="4318255" cy="647237"/>
            <a:chOff x="0" y="0"/>
            <a:chExt cx="1137318" cy="170466"/>
          </a:xfrm>
        </p:grpSpPr>
        <p:sp>
          <p:nvSpPr>
            <p:cNvPr id="333" name="Google Shape;333;p26"/>
            <p:cNvSpPr/>
            <p:nvPr/>
          </p:nvSpPr>
          <p:spPr>
            <a:xfrm>
              <a:off x="0" y="0"/>
              <a:ext cx="1137318" cy="170466"/>
            </a:xfrm>
            <a:custGeom>
              <a:avLst/>
              <a:gdLst/>
              <a:ahLst/>
              <a:cxnLst/>
              <a:rect l="l" t="t" r="r" b="b"/>
              <a:pathLst>
                <a:path w="1137318" h="170466" extrusionOk="0">
                  <a:moveTo>
                    <a:pt x="35857" y="0"/>
                  </a:moveTo>
                  <a:lnTo>
                    <a:pt x="1101462" y="0"/>
                  </a:lnTo>
                  <a:cubicBezTo>
                    <a:pt x="1121265" y="0"/>
                    <a:pt x="1137318" y="16054"/>
                    <a:pt x="1137318" y="35857"/>
                  </a:cubicBezTo>
                  <a:lnTo>
                    <a:pt x="1137318" y="134609"/>
                  </a:lnTo>
                  <a:cubicBezTo>
                    <a:pt x="1137318" y="144119"/>
                    <a:pt x="1133540" y="153239"/>
                    <a:pt x="1126816" y="159964"/>
                  </a:cubicBezTo>
                  <a:cubicBezTo>
                    <a:pt x="1120092" y="166688"/>
                    <a:pt x="1110971" y="170466"/>
                    <a:pt x="1101462" y="170466"/>
                  </a:cubicBezTo>
                  <a:lnTo>
                    <a:pt x="35857" y="170466"/>
                  </a:lnTo>
                  <a:cubicBezTo>
                    <a:pt x="26347" y="170466"/>
                    <a:pt x="17227" y="166688"/>
                    <a:pt x="10502" y="159964"/>
                  </a:cubicBezTo>
                  <a:cubicBezTo>
                    <a:pt x="3778" y="153239"/>
                    <a:pt x="0" y="144119"/>
                    <a:pt x="0" y="134609"/>
                  </a:cubicBezTo>
                  <a:lnTo>
                    <a:pt x="0" y="35857"/>
                  </a:lnTo>
                  <a:cubicBezTo>
                    <a:pt x="0" y="26347"/>
                    <a:pt x="3778" y="17227"/>
                    <a:pt x="10502" y="10502"/>
                  </a:cubicBezTo>
                  <a:cubicBezTo>
                    <a:pt x="17227" y="3778"/>
                    <a:pt x="26347" y="0"/>
                    <a:pt x="35857" y="0"/>
                  </a:cubicBez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6"/>
            <p:cNvSpPr txBox="1"/>
            <p:nvPr/>
          </p:nvSpPr>
          <p:spPr>
            <a:xfrm>
              <a:off x="0" y="0"/>
              <a:ext cx="1137318" cy="170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i="0" u="none" strike="noStrike" cap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Fonts</a:t>
              </a:r>
              <a:endParaRPr/>
            </a:p>
          </p:txBody>
        </p:sp>
      </p:grpSp>
      <p:grpSp>
        <p:nvGrpSpPr>
          <p:cNvPr id="335" name="Google Shape;335;p26"/>
          <p:cNvGrpSpPr/>
          <p:nvPr/>
        </p:nvGrpSpPr>
        <p:grpSpPr>
          <a:xfrm>
            <a:off x="9623087" y="2712744"/>
            <a:ext cx="4368067" cy="647237"/>
            <a:chOff x="0" y="0"/>
            <a:chExt cx="1150437" cy="170466"/>
          </a:xfrm>
        </p:grpSpPr>
        <p:sp>
          <p:nvSpPr>
            <p:cNvPr id="336" name="Google Shape;336;p26"/>
            <p:cNvSpPr/>
            <p:nvPr/>
          </p:nvSpPr>
          <p:spPr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 extrusionOk="0">
                  <a:moveTo>
                    <a:pt x="35448" y="0"/>
                  </a:moveTo>
                  <a:lnTo>
                    <a:pt x="1114989" y="0"/>
                  </a:lnTo>
                  <a:cubicBezTo>
                    <a:pt x="1124391" y="0"/>
                    <a:pt x="1133407" y="3735"/>
                    <a:pt x="1140055" y="10382"/>
                  </a:cubicBezTo>
                  <a:cubicBezTo>
                    <a:pt x="1146703" y="17030"/>
                    <a:pt x="1150437" y="26046"/>
                    <a:pt x="1150437" y="35448"/>
                  </a:cubicBezTo>
                  <a:lnTo>
                    <a:pt x="1150437" y="135018"/>
                  </a:lnTo>
                  <a:cubicBezTo>
                    <a:pt x="1150437" y="144419"/>
                    <a:pt x="1146703" y="153436"/>
                    <a:pt x="1140055" y="160083"/>
                  </a:cubicBezTo>
                  <a:cubicBezTo>
                    <a:pt x="1133407" y="166731"/>
                    <a:pt x="1124391" y="170466"/>
                    <a:pt x="1114989" y="170466"/>
                  </a:cubicBezTo>
                  <a:lnTo>
                    <a:pt x="35448" y="170466"/>
                  </a:lnTo>
                  <a:cubicBezTo>
                    <a:pt x="26046" y="170466"/>
                    <a:pt x="17030" y="166731"/>
                    <a:pt x="10382" y="160083"/>
                  </a:cubicBezTo>
                  <a:cubicBezTo>
                    <a:pt x="3735" y="153436"/>
                    <a:pt x="0" y="144419"/>
                    <a:pt x="0" y="135018"/>
                  </a:cubicBezTo>
                  <a:lnTo>
                    <a:pt x="0" y="35448"/>
                  </a:lnTo>
                  <a:cubicBezTo>
                    <a:pt x="0" y="26046"/>
                    <a:pt x="3735" y="17030"/>
                    <a:pt x="10382" y="10382"/>
                  </a:cubicBezTo>
                  <a:cubicBezTo>
                    <a:pt x="17030" y="3735"/>
                    <a:pt x="26046" y="0"/>
                    <a:pt x="35448" y="0"/>
                  </a:cubicBez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6"/>
            <p:cNvSpPr txBox="1"/>
            <p:nvPr/>
          </p:nvSpPr>
          <p:spPr>
            <a:xfrm>
              <a:off x="0" y="0"/>
              <a:ext cx="1150437" cy="170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i="0" u="none" strike="noStrike" cap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Design Elements / Icons</a:t>
              </a:r>
              <a:endParaRPr/>
            </a:p>
          </p:txBody>
        </p:sp>
      </p:grpSp>
      <p:grpSp>
        <p:nvGrpSpPr>
          <p:cNvPr id="338" name="Google Shape;338;p26"/>
          <p:cNvGrpSpPr/>
          <p:nvPr/>
        </p:nvGrpSpPr>
        <p:grpSpPr>
          <a:xfrm>
            <a:off x="1104558" y="7347143"/>
            <a:ext cx="4318255" cy="647237"/>
            <a:chOff x="0" y="0"/>
            <a:chExt cx="1137318" cy="170466"/>
          </a:xfrm>
        </p:grpSpPr>
        <p:sp>
          <p:nvSpPr>
            <p:cNvPr id="339" name="Google Shape;339;p26"/>
            <p:cNvSpPr/>
            <p:nvPr/>
          </p:nvSpPr>
          <p:spPr>
            <a:xfrm>
              <a:off x="0" y="0"/>
              <a:ext cx="1137318" cy="170466"/>
            </a:xfrm>
            <a:custGeom>
              <a:avLst/>
              <a:gdLst/>
              <a:ahLst/>
              <a:cxnLst/>
              <a:rect l="l" t="t" r="r" b="b"/>
              <a:pathLst>
                <a:path w="1137318" h="170466" extrusionOk="0">
                  <a:moveTo>
                    <a:pt x="35857" y="0"/>
                  </a:moveTo>
                  <a:lnTo>
                    <a:pt x="1101462" y="0"/>
                  </a:lnTo>
                  <a:cubicBezTo>
                    <a:pt x="1121265" y="0"/>
                    <a:pt x="1137318" y="16054"/>
                    <a:pt x="1137318" y="35857"/>
                  </a:cubicBezTo>
                  <a:lnTo>
                    <a:pt x="1137318" y="134609"/>
                  </a:lnTo>
                  <a:cubicBezTo>
                    <a:pt x="1137318" y="144119"/>
                    <a:pt x="1133540" y="153239"/>
                    <a:pt x="1126816" y="159964"/>
                  </a:cubicBezTo>
                  <a:cubicBezTo>
                    <a:pt x="1120092" y="166688"/>
                    <a:pt x="1110971" y="170466"/>
                    <a:pt x="1101462" y="170466"/>
                  </a:cubicBezTo>
                  <a:lnTo>
                    <a:pt x="35857" y="170466"/>
                  </a:lnTo>
                  <a:cubicBezTo>
                    <a:pt x="26347" y="170466"/>
                    <a:pt x="17227" y="166688"/>
                    <a:pt x="10502" y="159964"/>
                  </a:cubicBezTo>
                  <a:cubicBezTo>
                    <a:pt x="3778" y="153239"/>
                    <a:pt x="0" y="144119"/>
                    <a:pt x="0" y="134609"/>
                  </a:cubicBezTo>
                  <a:lnTo>
                    <a:pt x="0" y="35857"/>
                  </a:lnTo>
                  <a:cubicBezTo>
                    <a:pt x="0" y="26347"/>
                    <a:pt x="3778" y="17227"/>
                    <a:pt x="10502" y="10502"/>
                  </a:cubicBezTo>
                  <a:cubicBezTo>
                    <a:pt x="17227" y="3778"/>
                    <a:pt x="26347" y="0"/>
                    <a:pt x="35857" y="0"/>
                  </a:cubicBez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6"/>
            <p:cNvSpPr txBox="1"/>
            <p:nvPr/>
          </p:nvSpPr>
          <p:spPr>
            <a:xfrm>
              <a:off x="0" y="0"/>
              <a:ext cx="1137318" cy="170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i="0" u="none" strike="noStrike" cap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Colors</a:t>
              </a:r>
              <a:endParaRPr/>
            </a:p>
          </p:txBody>
        </p:sp>
      </p:grpSp>
      <p:grpSp>
        <p:nvGrpSpPr>
          <p:cNvPr id="341" name="Google Shape;341;p26"/>
          <p:cNvGrpSpPr/>
          <p:nvPr/>
        </p:nvGrpSpPr>
        <p:grpSpPr>
          <a:xfrm>
            <a:off x="1104558" y="8261080"/>
            <a:ext cx="725897" cy="725897"/>
            <a:chOff x="0" y="0"/>
            <a:chExt cx="812800" cy="812800"/>
          </a:xfrm>
        </p:grpSpPr>
        <p:sp>
          <p:nvSpPr>
            <p:cNvPr id="342" name="Google Shape;342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99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4" name="Google Shape;344;p26"/>
          <p:cNvGrpSpPr/>
          <p:nvPr/>
        </p:nvGrpSpPr>
        <p:grpSpPr>
          <a:xfrm>
            <a:off x="1979427" y="8261080"/>
            <a:ext cx="725897" cy="725897"/>
            <a:chOff x="0" y="0"/>
            <a:chExt cx="812800" cy="812800"/>
          </a:xfrm>
        </p:grpSpPr>
        <p:sp>
          <p:nvSpPr>
            <p:cNvPr id="345" name="Google Shape;345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" name="Google Shape;347;p26"/>
          <p:cNvGrpSpPr/>
          <p:nvPr/>
        </p:nvGrpSpPr>
        <p:grpSpPr>
          <a:xfrm>
            <a:off x="2894299" y="8261080"/>
            <a:ext cx="725897" cy="725897"/>
            <a:chOff x="0" y="0"/>
            <a:chExt cx="812800" cy="812800"/>
          </a:xfrm>
        </p:grpSpPr>
        <p:sp>
          <p:nvSpPr>
            <p:cNvPr id="348" name="Google Shape;348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C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" name="Google Shape;350;p26"/>
          <p:cNvGrpSpPr/>
          <p:nvPr/>
        </p:nvGrpSpPr>
        <p:grpSpPr>
          <a:xfrm>
            <a:off x="3795607" y="8261080"/>
            <a:ext cx="725897" cy="725897"/>
            <a:chOff x="0" y="0"/>
            <a:chExt cx="812800" cy="812800"/>
          </a:xfrm>
        </p:grpSpPr>
        <p:sp>
          <p:nvSpPr>
            <p:cNvPr id="351" name="Google Shape;351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26"/>
          <p:cNvGrpSpPr/>
          <p:nvPr/>
        </p:nvGrpSpPr>
        <p:grpSpPr>
          <a:xfrm>
            <a:off x="4696916" y="8261080"/>
            <a:ext cx="725897" cy="725897"/>
            <a:chOff x="0" y="0"/>
            <a:chExt cx="812800" cy="812800"/>
          </a:xfrm>
        </p:grpSpPr>
        <p:sp>
          <p:nvSpPr>
            <p:cNvPr id="354" name="Google Shape;354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26"/>
          <p:cNvSpPr txBox="1"/>
          <p:nvPr/>
        </p:nvSpPr>
        <p:spPr>
          <a:xfrm>
            <a:off x="1173043" y="3668028"/>
            <a:ext cx="4181285" cy="519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This presentation template</a:t>
            </a:r>
            <a:endParaRPr/>
          </a:p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uses the following free fonts:</a:t>
            </a:r>
            <a:endParaRPr/>
          </a:p>
        </p:txBody>
      </p:sp>
      <p:sp>
        <p:nvSpPr>
          <p:cNvPr id="357" name="Google Shape;357;p26"/>
          <p:cNvSpPr txBox="1"/>
          <p:nvPr/>
        </p:nvSpPr>
        <p:spPr>
          <a:xfrm>
            <a:off x="1101906" y="6648577"/>
            <a:ext cx="4368067" cy="262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You can find these fonts online too.</a:t>
            </a:r>
            <a:endParaRPr/>
          </a:p>
        </p:txBody>
      </p:sp>
      <p:sp>
        <p:nvSpPr>
          <p:cNvPr id="358" name="Google Shape;358;p26"/>
          <p:cNvSpPr txBox="1"/>
          <p:nvPr/>
        </p:nvSpPr>
        <p:spPr>
          <a:xfrm>
            <a:off x="1688417" y="5015260"/>
            <a:ext cx="3150536" cy="363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Merriweather</a:t>
            </a:r>
            <a:endParaRPr/>
          </a:p>
        </p:txBody>
      </p:sp>
      <p:sp>
        <p:nvSpPr>
          <p:cNvPr id="359" name="Google Shape;359;p26"/>
          <p:cNvSpPr txBox="1"/>
          <p:nvPr/>
        </p:nvSpPr>
        <p:spPr>
          <a:xfrm>
            <a:off x="1523971" y="6004102"/>
            <a:ext cx="3479429" cy="33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7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Fira Sans</a:t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2319155" y="4702216"/>
            <a:ext cx="1889061" cy="21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7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TITLES: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2319155" y="5702908"/>
            <a:ext cx="1889061" cy="21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7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BODY TEXT: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1104558" y="9102151"/>
            <a:ext cx="72589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#FA9908</a:t>
            </a:r>
            <a:endParaRPr/>
          </a:p>
        </p:txBody>
      </p:sp>
      <p:sp>
        <p:nvSpPr>
          <p:cNvPr id="363" name="Google Shape;363;p26"/>
          <p:cNvSpPr txBox="1"/>
          <p:nvPr/>
        </p:nvSpPr>
        <p:spPr>
          <a:xfrm>
            <a:off x="1979427" y="9102151"/>
            <a:ext cx="72589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#FFD863</a:t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2894299" y="9102151"/>
            <a:ext cx="72589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#BCCF4A</a:t>
            </a:r>
            <a:endParaRPr/>
          </a:p>
        </p:txBody>
      </p:sp>
      <p:sp>
        <p:nvSpPr>
          <p:cNvPr id="365" name="Google Shape;365;p26"/>
          <p:cNvSpPr txBox="1"/>
          <p:nvPr/>
        </p:nvSpPr>
        <p:spPr>
          <a:xfrm>
            <a:off x="3795607" y="9102151"/>
            <a:ext cx="72589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#FFFFFF</a:t>
            </a:r>
            <a:endParaRPr/>
          </a:p>
        </p:txBody>
      </p:sp>
      <p:sp>
        <p:nvSpPr>
          <p:cNvPr id="366" name="Google Shape;366;p26"/>
          <p:cNvSpPr txBox="1"/>
          <p:nvPr/>
        </p:nvSpPr>
        <p:spPr>
          <a:xfrm>
            <a:off x="4696916" y="9102151"/>
            <a:ext cx="72589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#000000</a:t>
            </a:r>
            <a:endParaRPr/>
          </a:p>
        </p:txBody>
      </p:sp>
      <p:sp>
        <p:nvSpPr>
          <p:cNvPr id="367" name="Google Shape;367;p26"/>
          <p:cNvSpPr txBox="1"/>
          <p:nvPr/>
        </p:nvSpPr>
        <p:spPr>
          <a:xfrm>
            <a:off x="3800933" y="1529012"/>
            <a:ext cx="1068613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Use these in your presentation. Delete or hide this page before presenting. </a:t>
            </a:r>
            <a:endParaRPr/>
          </a:p>
        </p:txBody>
      </p:sp>
      <p:sp>
        <p:nvSpPr>
          <p:cNvPr id="368" name="Google Shape;368;p26"/>
          <p:cNvSpPr txBox="1"/>
          <p:nvPr/>
        </p:nvSpPr>
        <p:spPr>
          <a:xfrm>
            <a:off x="4545084" y="656908"/>
            <a:ext cx="9197831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Resource Page</a:t>
            </a: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6776678" y="8060278"/>
            <a:ext cx="412781" cy="766992"/>
          </a:xfrm>
          <a:custGeom>
            <a:avLst/>
            <a:gdLst/>
            <a:ahLst/>
            <a:cxnLst/>
            <a:rect l="l" t="t" r="r" b="b"/>
            <a:pathLst>
              <a:path w="412781" h="766992" extrusionOk="0">
                <a:moveTo>
                  <a:pt x="0" y="0"/>
                </a:moveTo>
                <a:lnTo>
                  <a:pt x="412782" y="0"/>
                </a:lnTo>
                <a:lnTo>
                  <a:pt x="412782" y="766993"/>
                </a:lnTo>
                <a:lnTo>
                  <a:pt x="0" y="7669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0" name="Google Shape;370;p26"/>
          <p:cNvSpPr/>
          <p:nvPr/>
        </p:nvSpPr>
        <p:spPr>
          <a:xfrm>
            <a:off x="15014085" y="5418549"/>
            <a:ext cx="724812" cy="623339"/>
          </a:xfrm>
          <a:custGeom>
            <a:avLst/>
            <a:gdLst/>
            <a:ahLst/>
            <a:cxnLst/>
            <a:rect l="l" t="t" r="r" b="b"/>
            <a:pathLst>
              <a:path w="724812" h="623339" extrusionOk="0">
                <a:moveTo>
                  <a:pt x="0" y="0"/>
                </a:moveTo>
                <a:lnTo>
                  <a:pt x="724812" y="0"/>
                </a:lnTo>
                <a:lnTo>
                  <a:pt x="724812" y="623339"/>
                </a:lnTo>
                <a:lnTo>
                  <a:pt x="0" y="623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1" name="Google Shape;371;p26"/>
          <p:cNvSpPr/>
          <p:nvPr/>
        </p:nvSpPr>
        <p:spPr>
          <a:xfrm>
            <a:off x="16396329" y="6705292"/>
            <a:ext cx="515154" cy="711896"/>
          </a:xfrm>
          <a:custGeom>
            <a:avLst/>
            <a:gdLst/>
            <a:ahLst/>
            <a:cxnLst/>
            <a:rect l="l" t="t" r="r" b="b"/>
            <a:pathLst>
              <a:path w="515154" h="711896" extrusionOk="0">
                <a:moveTo>
                  <a:pt x="0" y="0"/>
                </a:moveTo>
                <a:lnTo>
                  <a:pt x="515154" y="0"/>
                </a:lnTo>
                <a:lnTo>
                  <a:pt x="515154" y="711895"/>
                </a:lnTo>
                <a:lnTo>
                  <a:pt x="0" y="71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2" name="Google Shape;372;p26"/>
          <p:cNvSpPr/>
          <p:nvPr/>
        </p:nvSpPr>
        <p:spPr>
          <a:xfrm>
            <a:off x="15520057" y="6743214"/>
            <a:ext cx="424419" cy="636051"/>
          </a:xfrm>
          <a:custGeom>
            <a:avLst/>
            <a:gdLst/>
            <a:ahLst/>
            <a:cxnLst/>
            <a:rect l="l" t="t" r="r" b="b"/>
            <a:pathLst>
              <a:path w="424419" h="636051" extrusionOk="0">
                <a:moveTo>
                  <a:pt x="0" y="0"/>
                </a:moveTo>
                <a:lnTo>
                  <a:pt x="424419" y="0"/>
                </a:lnTo>
                <a:lnTo>
                  <a:pt x="424419" y="636051"/>
                </a:lnTo>
                <a:lnTo>
                  <a:pt x="0" y="636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3" name="Google Shape;373;p26"/>
          <p:cNvSpPr/>
          <p:nvPr/>
        </p:nvSpPr>
        <p:spPr>
          <a:xfrm>
            <a:off x="16264368" y="8125749"/>
            <a:ext cx="703879" cy="636051"/>
          </a:xfrm>
          <a:custGeom>
            <a:avLst/>
            <a:gdLst/>
            <a:ahLst/>
            <a:cxnLst/>
            <a:rect l="l" t="t" r="r" b="b"/>
            <a:pathLst>
              <a:path w="703879" h="636051" extrusionOk="0">
                <a:moveTo>
                  <a:pt x="0" y="0"/>
                </a:moveTo>
                <a:lnTo>
                  <a:pt x="703879" y="0"/>
                </a:lnTo>
                <a:lnTo>
                  <a:pt x="703879" y="636051"/>
                </a:lnTo>
                <a:lnTo>
                  <a:pt x="0" y="636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4" name="Google Shape;374;p26"/>
          <p:cNvSpPr/>
          <p:nvPr/>
        </p:nvSpPr>
        <p:spPr>
          <a:xfrm>
            <a:off x="16264368" y="4077675"/>
            <a:ext cx="636051" cy="636051"/>
          </a:xfrm>
          <a:custGeom>
            <a:avLst/>
            <a:gdLst/>
            <a:ahLst/>
            <a:cxnLst/>
            <a:rect l="l" t="t" r="r" b="b"/>
            <a:pathLst>
              <a:path w="636051" h="636051" extrusionOk="0">
                <a:moveTo>
                  <a:pt x="0" y="0"/>
                </a:moveTo>
                <a:lnTo>
                  <a:pt x="636051" y="0"/>
                </a:lnTo>
                <a:lnTo>
                  <a:pt x="636051" y="636051"/>
                </a:lnTo>
                <a:lnTo>
                  <a:pt x="0" y="636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5" name="Google Shape;375;p26"/>
          <p:cNvSpPr/>
          <p:nvPr/>
        </p:nvSpPr>
        <p:spPr>
          <a:xfrm>
            <a:off x="15023624" y="4128310"/>
            <a:ext cx="870206" cy="534781"/>
          </a:xfrm>
          <a:custGeom>
            <a:avLst/>
            <a:gdLst/>
            <a:ahLst/>
            <a:cxnLst/>
            <a:rect l="l" t="t" r="r" b="b"/>
            <a:pathLst>
              <a:path w="870206" h="534781" extrusionOk="0">
                <a:moveTo>
                  <a:pt x="0" y="0"/>
                </a:moveTo>
                <a:lnTo>
                  <a:pt x="870206" y="0"/>
                </a:lnTo>
                <a:lnTo>
                  <a:pt x="870206" y="534781"/>
                </a:lnTo>
                <a:lnTo>
                  <a:pt x="0" y="5347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6" name="Google Shape;376;p26"/>
          <p:cNvSpPr/>
          <p:nvPr/>
        </p:nvSpPr>
        <p:spPr>
          <a:xfrm>
            <a:off x="16199587" y="5374271"/>
            <a:ext cx="711896" cy="711896"/>
          </a:xfrm>
          <a:custGeom>
            <a:avLst/>
            <a:gdLst/>
            <a:ahLst/>
            <a:cxnLst/>
            <a:rect l="l" t="t" r="r" b="b"/>
            <a:pathLst>
              <a:path w="711896" h="711896" extrusionOk="0">
                <a:moveTo>
                  <a:pt x="0" y="0"/>
                </a:moveTo>
                <a:lnTo>
                  <a:pt x="711896" y="0"/>
                </a:lnTo>
                <a:lnTo>
                  <a:pt x="711896" y="711896"/>
                </a:lnTo>
                <a:lnTo>
                  <a:pt x="0" y="711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7" name="Google Shape;377;p26"/>
          <p:cNvSpPr/>
          <p:nvPr/>
        </p:nvSpPr>
        <p:spPr>
          <a:xfrm>
            <a:off x="15268076" y="8087827"/>
            <a:ext cx="495738" cy="711896"/>
          </a:xfrm>
          <a:custGeom>
            <a:avLst/>
            <a:gdLst/>
            <a:ahLst/>
            <a:cxnLst/>
            <a:rect l="l" t="t" r="r" b="b"/>
            <a:pathLst>
              <a:path w="495738" h="711896" extrusionOk="0">
                <a:moveTo>
                  <a:pt x="0" y="0"/>
                </a:moveTo>
                <a:lnTo>
                  <a:pt x="495739" y="0"/>
                </a:lnTo>
                <a:lnTo>
                  <a:pt x="495739" y="711895"/>
                </a:lnTo>
                <a:lnTo>
                  <a:pt x="0" y="71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8" name="Google Shape;378;p26"/>
          <p:cNvSpPr/>
          <p:nvPr/>
        </p:nvSpPr>
        <p:spPr>
          <a:xfrm>
            <a:off x="11791902" y="4039753"/>
            <a:ext cx="625174" cy="711896"/>
          </a:xfrm>
          <a:custGeom>
            <a:avLst/>
            <a:gdLst/>
            <a:ahLst/>
            <a:cxnLst/>
            <a:rect l="l" t="t" r="r" b="b"/>
            <a:pathLst>
              <a:path w="625174" h="711896" extrusionOk="0">
                <a:moveTo>
                  <a:pt x="0" y="0"/>
                </a:moveTo>
                <a:lnTo>
                  <a:pt x="625174" y="0"/>
                </a:lnTo>
                <a:lnTo>
                  <a:pt x="625174" y="711896"/>
                </a:lnTo>
                <a:lnTo>
                  <a:pt x="0" y="711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9" name="Google Shape;379;p26"/>
          <p:cNvSpPr/>
          <p:nvPr/>
        </p:nvSpPr>
        <p:spPr>
          <a:xfrm>
            <a:off x="13827692" y="4150333"/>
            <a:ext cx="825395" cy="490735"/>
          </a:xfrm>
          <a:custGeom>
            <a:avLst/>
            <a:gdLst/>
            <a:ahLst/>
            <a:cxnLst/>
            <a:rect l="l" t="t" r="r" b="b"/>
            <a:pathLst>
              <a:path w="825395" h="490735" extrusionOk="0">
                <a:moveTo>
                  <a:pt x="0" y="0"/>
                </a:moveTo>
                <a:lnTo>
                  <a:pt x="825394" y="0"/>
                </a:lnTo>
                <a:lnTo>
                  <a:pt x="825394" y="490735"/>
                </a:lnTo>
                <a:lnTo>
                  <a:pt x="0" y="4907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80" name="Google Shape;380;p26"/>
          <p:cNvSpPr/>
          <p:nvPr/>
        </p:nvSpPr>
        <p:spPr>
          <a:xfrm>
            <a:off x="7671632" y="4077675"/>
            <a:ext cx="636051" cy="636051"/>
          </a:xfrm>
          <a:custGeom>
            <a:avLst/>
            <a:gdLst/>
            <a:ahLst/>
            <a:cxnLst/>
            <a:rect l="l" t="t" r="r" b="b"/>
            <a:pathLst>
              <a:path w="636051" h="636051" extrusionOk="0">
                <a:moveTo>
                  <a:pt x="0" y="0"/>
                </a:moveTo>
                <a:lnTo>
                  <a:pt x="636051" y="0"/>
                </a:lnTo>
                <a:lnTo>
                  <a:pt x="636051" y="636051"/>
                </a:lnTo>
                <a:lnTo>
                  <a:pt x="0" y="636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81" name="Google Shape;381;p26"/>
          <p:cNvSpPr/>
          <p:nvPr/>
        </p:nvSpPr>
        <p:spPr>
          <a:xfrm>
            <a:off x="6665044" y="4077675"/>
            <a:ext cx="636051" cy="636051"/>
          </a:xfrm>
          <a:custGeom>
            <a:avLst/>
            <a:gdLst/>
            <a:ahLst/>
            <a:cxnLst/>
            <a:rect l="l" t="t" r="r" b="b"/>
            <a:pathLst>
              <a:path w="636051" h="636051" extrusionOk="0">
                <a:moveTo>
                  <a:pt x="0" y="0"/>
                </a:moveTo>
                <a:lnTo>
                  <a:pt x="636050" y="0"/>
                </a:lnTo>
                <a:lnTo>
                  <a:pt x="636050" y="636051"/>
                </a:lnTo>
                <a:lnTo>
                  <a:pt x="0" y="636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82" name="Google Shape;382;p26"/>
          <p:cNvSpPr/>
          <p:nvPr/>
        </p:nvSpPr>
        <p:spPr>
          <a:xfrm>
            <a:off x="10715505" y="4058813"/>
            <a:ext cx="705859" cy="673775"/>
          </a:xfrm>
          <a:custGeom>
            <a:avLst/>
            <a:gdLst/>
            <a:ahLst/>
            <a:cxnLst/>
            <a:rect l="l" t="t" r="r" b="b"/>
            <a:pathLst>
              <a:path w="705859" h="673775" extrusionOk="0">
                <a:moveTo>
                  <a:pt x="0" y="0"/>
                </a:moveTo>
                <a:lnTo>
                  <a:pt x="705859" y="0"/>
                </a:lnTo>
                <a:lnTo>
                  <a:pt x="705859" y="673775"/>
                </a:lnTo>
                <a:lnTo>
                  <a:pt x="0" y="6737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83" name="Google Shape;383;p26"/>
          <p:cNvSpPr/>
          <p:nvPr/>
        </p:nvSpPr>
        <p:spPr>
          <a:xfrm>
            <a:off x="8678221" y="4039753"/>
            <a:ext cx="706718" cy="711896"/>
          </a:xfrm>
          <a:custGeom>
            <a:avLst/>
            <a:gdLst/>
            <a:ahLst/>
            <a:cxnLst/>
            <a:rect l="l" t="t" r="r" b="b"/>
            <a:pathLst>
              <a:path w="706718" h="711896" extrusionOk="0">
                <a:moveTo>
                  <a:pt x="0" y="0"/>
                </a:moveTo>
                <a:lnTo>
                  <a:pt x="706718" y="0"/>
                </a:lnTo>
                <a:lnTo>
                  <a:pt x="706718" y="711896"/>
                </a:lnTo>
                <a:lnTo>
                  <a:pt x="0" y="711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84" name="Google Shape;384;p26"/>
          <p:cNvSpPr/>
          <p:nvPr/>
        </p:nvSpPr>
        <p:spPr>
          <a:xfrm>
            <a:off x="9755477" y="4036256"/>
            <a:ext cx="589490" cy="718890"/>
          </a:xfrm>
          <a:custGeom>
            <a:avLst/>
            <a:gdLst/>
            <a:ahLst/>
            <a:cxnLst/>
            <a:rect l="l" t="t" r="r" b="b"/>
            <a:pathLst>
              <a:path w="589490" h="718890" extrusionOk="0">
                <a:moveTo>
                  <a:pt x="0" y="0"/>
                </a:moveTo>
                <a:lnTo>
                  <a:pt x="589490" y="0"/>
                </a:lnTo>
                <a:lnTo>
                  <a:pt x="589490" y="718890"/>
                </a:lnTo>
                <a:lnTo>
                  <a:pt x="0" y="718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85" name="Google Shape;385;p26"/>
          <p:cNvSpPr/>
          <p:nvPr/>
        </p:nvSpPr>
        <p:spPr>
          <a:xfrm>
            <a:off x="12787614" y="4059095"/>
            <a:ext cx="669540" cy="673212"/>
          </a:xfrm>
          <a:custGeom>
            <a:avLst/>
            <a:gdLst/>
            <a:ahLst/>
            <a:cxnLst/>
            <a:rect l="l" t="t" r="r" b="b"/>
            <a:pathLst>
              <a:path w="669540" h="673212" extrusionOk="0">
                <a:moveTo>
                  <a:pt x="0" y="0"/>
                </a:moveTo>
                <a:lnTo>
                  <a:pt x="669540" y="0"/>
                </a:lnTo>
                <a:lnTo>
                  <a:pt x="669540" y="673212"/>
                </a:lnTo>
                <a:lnTo>
                  <a:pt x="0" y="673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86" name="Google Shape;386;p26"/>
          <p:cNvSpPr/>
          <p:nvPr/>
        </p:nvSpPr>
        <p:spPr>
          <a:xfrm>
            <a:off x="12704470" y="5374271"/>
            <a:ext cx="574694" cy="711896"/>
          </a:xfrm>
          <a:custGeom>
            <a:avLst/>
            <a:gdLst/>
            <a:ahLst/>
            <a:cxnLst/>
            <a:rect l="l" t="t" r="r" b="b"/>
            <a:pathLst>
              <a:path w="574694" h="711896" extrusionOk="0">
                <a:moveTo>
                  <a:pt x="0" y="0"/>
                </a:moveTo>
                <a:lnTo>
                  <a:pt x="574694" y="0"/>
                </a:lnTo>
                <a:lnTo>
                  <a:pt x="574694" y="711896"/>
                </a:lnTo>
                <a:lnTo>
                  <a:pt x="0" y="711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87" name="Google Shape;387;p26"/>
          <p:cNvSpPr/>
          <p:nvPr/>
        </p:nvSpPr>
        <p:spPr>
          <a:xfrm>
            <a:off x="11469981" y="5374271"/>
            <a:ext cx="773800" cy="711896"/>
          </a:xfrm>
          <a:custGeom>
            <a:avLst/>
            <a:gdLst/>
            <a:ahLst/>
            <a:cxnLst/>
            <a:rect l="l" t="t" r="r" b="b"/>
            <a:pathLst>
              <a:path w="773800" h="711896" extrusionOk="0">
                <a:moveTo>
                  <a:pt x="0" y="0"/>
                </a:moveTo>
                <a:lnTo>
                  <a:pt x="773800" y="0"/>
                </a:lnTo>
                <a:lnTo>
                  <a:pt x="773800" y="711896"/>
                </a:lnTo>
                <a:lnTo>
                  <a:pt x="0" y="711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88" name="Google Shape;388;p26"/>
          <p:cNvSpPr/>
          <p:nvPr/>
        </p:nvSpPr>
        <p:spPr>
          <a:xfrm>
            <a:off x="13739854" y="5496510"/>
            <a:ext cx="813542" cy="467417"/>
          </a:xfrm>
          <a:custGeom>
            <a:avLst/>
            <a:gdLst/>
            <a:ahLst/>
            <a:cxnLst/>
            <a:rect l="l" t="t" r="r" b="b"/>
            <a:pathLst>
              <a:path w="813542" h="467417" extrusionOk="0">
                <a:moveTo>
                  <a:pt x="0" y="0"/>
                </a:moveTo>
                <a:lnTo>
                  <a:pt x="813542" y="0"/>
                </a:lnTo>
                <a:lnTo>
                  <a:pt x="813542" y="467417"/>
                </a:lnTo>
                <a:lnTo>
                  <a:pt x="0" y="4674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89" name="Google Shape;389;p26"/>
          <p:cNvSpPr/>
          <p:nvPr/>
        </p:nvSpPr>
        <p:spPr>
          <a:xfrm>
            <a:off x="9126105" y="5374271"/>
            <a:ext cx="711896" cy="711896"/>
          </a:xfrm>
          <a:custGeom>
            <a:avLst/>
            <a:gdLst/>
            <a:ahLst/>
            <a:cxnLst/>
            <a:rect l="l" t="t" r="r" b="b"/>
            <a:pathLst>
              <a:path w="711896" h="711896" extrusionOk="0">
                <a:moveTo>
                  <a:pt x="0" y="0"/>
                </a:moveTo>
                <a:lnTo>
                  <a:pt x="711895" y="0"/>
                </a:lnTo>
                <a:lnTo>
                  <a:pt x="711895" y="711896"/>
                </a:lnTo>
                <a:lnTo>
                  <a:pt x="0" y="711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0" name="Google Shape;390;p26"/>
          <p:cNvSpPr/>
          <p:nvPr/>
        </p:nvSpPr>
        <p:spPr>
          <a:xfrm>
            <a:off x="6665044" y="5374271"/>
            <a:ext cx="827786" cy="711896"/>
          </a:xfrm>
          <a:custGeom>
            <a:avLst/>
            <a:gdLst/>
            <a:ahLst/>
            <a:cxnLst/>
            <a:rect l="l" t="t" r="r" b="b"/>
            <a:pathLst>
              <a:path w="827786" h="711896" extrusionOk="0">
                <a:moveTo>
                  <a:pt x="0" y="0"/>
                </a:moveTo>
                <a:lnTo>
                  <a:pt x="827786" y="0"/>
                </a:lnTo>
                <a:lnTo>
                  <a:pt x="827786" y="711896"/>
                </a:lnTo>
                <a:lnTo>
                  <a:pt x="0" y="711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1" name="Google Shape;391;p26"/>
          <p:cNvSpPr/>
          <p:nvPr/>
        </p:nvSpPr>
        <p:spPr>
          <a:xfrm>
            <a:off x="10298690" y="5374271"/>
            <a:ext cx="710601" cy="711896"/>
          </a:xfrm>
          <a:custGeom>
            <a:avLst/>
            <a:gdLst/>
            <a:ahLst/>
            <a:cxnLst/>
            <a:rect l="l" t="t" r="r" b="b"/>
            <a:pathLst>
              <a:path w="710601" h="711896" extrusionOk="0">
                <a:moveTo>
                  <a:pt x="0" y="0"/>
                </a:moveTo>
                <a:lnTo>
                  <a:pt x="710601" y="0"/>
                </a:lnTo>
                <a:lnTo>
                  <a:pt x="710601" y="711896"/>
                </a:lnTo>
                <a:lnTo>
                  <a:pt x="0" y="711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2" name="Google Shape;392;p26"/>
          <p:cNvSpPr/>
          <p:nvPr/>
        </p:nvSpPr>
        <p:spPr>
          <a:xfrm>
            <a:off x="7953519" y="5374271"/>
            <a:ext cx="711896" cy="711896"/>
          </a:xfrm>
          <a:custGeom>
            <a:avLst/>
            <a:gdLst/>
            <a:ahLst/>
            <a:cxnLst/>
            <a:rect l="l" t="t" r="r" b="b"/>
            <a:pathLst>
              <a:path w="711896" h="711896" extrusionOk="0">
                <a:moveTo>
                  <a:pt x="0" y="0"/>
                </a:moveTo>
                <a:lnTo>
                  <a:pt x="711896" y="0"/>
                </a:lnTo>
                <a:lnTo>
                  <a:pt x="711896" y="711896"/>
                </a:lnTo>
                <a:lnTo>
                  <a:pt x="0" y="711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3" name="Google Shape;393;p26"/>
          <p:cNvSpPr/>
          <p:nvPr/>
        </p:nvSpPr>
        <p:spPr>
          <a:xfrm>
            <a:off x="12152999" y="6753415"/>
            <a:ext cx="780201" cy="615650"/>
          </a:xfrm>
          <a:custGeom>
            <a:avLst/>
            <a:gdLst/>
            <a:ahLst/>
            <a:cxnLst/>
            <a:rect l="l" t="t" r="r" b="b"/>
            <a:pathLst>
              <a:path w="780201" h="615650" extrusionOk="0">
                <a:moveTo>
                  <a:pt x="0" y="0"/>
                </a:moveTo>
                <a:lnTo>
                  <a:pt x="780201" y="0"/>
                </a:lnTo>
                <a:lnTo>
                  <a:pt x="780201" y="615649"/>
                </a:lnTo>
                <a:lnTo>
                  <a:pt x="0" y="615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4" name="Google Shape;394;p26"/>
          <p:cNvSpPr/>
          <p:nvPr/>
        </p:nvSpPr>
        <p:spPr>
          <a:xfrm>
            <a:off x="10896513" y="6819118"/>
            <a:ext cx="804633" cy="484243"/>
          </a:xfrm>
          <a:custGeom>
            <a:avLst/>
            <a:gdLst/>
            <a:ahLst/>
            <a:cxnLst/>
            <a:rect l="l" t="t" r="r" b="b"/>
            <a:pathLst>
              <a:path w="804633" h="484243" extrusionOk="0">
                <a:moveTo>
                  <a:pt x="0" y="0"/>
                </a:moveTo>
                <a:lnTo>
                  <a:pt x="804633" y="0"/>
                </a:lnTo>
                <a:lnTo>
                  <a:pt x="804633" y="484243"/>
                </a:lnTo>
                <a:lnTo>
                  <a:pt x="0" y="484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5" name="Google Shape;395;p26"/>
          <p:cNvSpPr/>
          <p:nvPr/>
        </p:nvSpPr>
        <p:spPr>
          <a:xfrm>
            <a:off x="8880726" y="6708377"/>
            <a:ext cx="662098" cy="705725"/>
          </a:xfrm>
          <a:custGeom>
            <a:avLst/>
            <a:gdLst/>
            <a:ahLst/>
            <a:cxnLst/>
            <a:rect l="l" t="t" r="r" b="b"/>
            <a:pathLst>
              <a:path w="662098" h="705725" extrusionOk="0">
                <a:moveTo>
                  <a:pt x="0" y="0"/>
                </a:moveTo>
                <a:lnTo>
                  <a:pt x="662098" y="0"/>
                </a:lnTo>
                <a:lnTo>
                  <a:pt x="662098" y="705725"/>
                </a:lnTo>
                <a:lnTo>
                  <a:pt x="0" y="7057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6" name="Google Shape;396;p26"/>
          <p:cNvSpPr/>
          <p:nvPr/>
        </p:nvSpPr>
        <p:spPr>
          <a:xfrm>
            <a:off x="9994676" y="6753415"/>
            <a:ext cx="449984" cy="615650"/>
          </a:xfrm>
          <a:custGeom>
            <a:avLst/>
            <a:gdLst/>
            <a:ahLst/>
            <a:cxnLst/>
            <a:rect l="l" t="t" r="r" b="b"/>
            <a:pathLst>
              <a:path w="449984" h="615650" extrusionOk="0">
                <a:moveTo>
                  <a:pt x="0" y="0"/>
                </a:moveTo>
                <a:lnTo>
                  <a:pt x="449984" y="0"/>
                </a:lnTo>
                <a:lnTo>
                  <a:pt x="449984" y="615649"/>
                </a:lnTo>
                <a:lnTo>
                  <a:pt x="0" y="615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0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7" name="Google Shape;397;p26"/>
          <p:cNvSpPr/>
          <p:nvPr/>
        </p:nvSpPr>
        <p:spPr>
          <a:xfrm>
            <a:off x="7914336" y="6708377"/>
            <a:ext cx="514537" cy="705725"/>
          </a:xfrm>
          <a:custGeom>
            <a:avLst/>
            <a:gdLst/>
            <a:ahLst/>
            <a:cxnLst/>
            <a:rect l="l" t="t" r="r" b="b"/>
            <a:pathLst>
              <a:path w="514537" h="705725" extrusionOk="0">
                <a:moveTo>
                  <a:pt x="0" y="0"/>
                </a:moveTo>
                <a:lnTo>
                  <a:pt x="514537" y="0"/>
                </a:lnTo>
                <a:lnTo>
                  <a:pt x="514537" y="705725"/>
                </a:lnTo>
                <a:lnTo>
                  <a:pt x="0" y="7057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1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8" name="Google Shape;398;p26"/>
          <p:cNvSpPr/>
          <p:nvPr/>
        </p:nvSpPr>
        <p:spPr>
          <a:xfrm>
            <a:off x="14452555" y="6753415"/>
            <a:ext cx="615650" cy="615650"/>
          </a:xfrm>
          <a:custGeom>
            <a:avLst/>
            <a:gdLst/>
            <a:ahLst/>
            <a:cxnLst/>
            <a:rect l="l" t="t" r="r" b="b"/>
            <a:pathLst>
              <a:path w="615650" h="615650" extrusionOk="0">
                <a:moveTo>
                  <a:pt x="0" y="0"/>
                </a:moveTo>
                <a:lnTo>
                  <a:pt x="615650" y="0"/>
                </a:lnTo>
                <a:lnTo>
                  <a:pt x="615650" y="615649"/>
                </a:lnTo>
                <a:lnTo>
                  <a:pt x="0" y="615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9" name="Google Shape;399;p26"/>
          <p:cNvSpPr/>
          <p:nvPr/>
        </p:nvSpPr>
        <p:spPr>
          <a:xfrm>
            <a:off x="13385053" y="6753415"/>
            <a:ext cx="615650" cy="615650"/>
          </a:xfrm>
          <a:custGeom>
            <a:avLst/>
            <a:gdLst/>
            <a:ahLst/>
            <a:cxnLst/>
            <a:rect l="l" t="t" r="r" b="b"/>
            <a:pathLst>
              <a:path w="615650" h="615650" extrusionOk="0">
                <a:moveTo>
                  <a:pt x="0" y="0"/>
                </a:moveTo>
                <a:lnTo>
                  <a:pt x="615649" y="0"/>
                </a:lnTo>
                <a:lnTo>
                  <a:pt x="615649" y="615649"/>
                </a:lnTo>
                <a:lnTo>
                  <a:pt x="0" y="615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0" name="Google Shape;400;p26"/>
          <p:cNvSpPr/>
          <p:nvPr/>
        </p:nvSpPr>
        <p:spPr>
          <a:xfrm>
            <a:off x="6665044" y="6705292"/>
            <a:ext cx="797439" cy="711896"/>
          </a:xfrm>
          <a:custGeom>
            <a:avLst/>
            <a:gdLst/>
            <a:ahLst/>
            <a:cxnLst/>
            <a:rect l="l" t="t" r="r" b="b"/>
            <a:pathLst>
              <a:path w="797439" h="711896" extrusionOk="0">
                <a:moveTo>
                  <a:pt x="0" y="0"/>
                </a:moveTo>
                <a:lnTo>
                  <a:pt x="797439" y="0"/>
                </a:lnTo>
                <a:lnTo>
                  <a:pt x="797439" y="711895"/>
                </a:lnTo>
                <a:lnTo>
                  <a:pt x="0" y="71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1" name="Google Shape;401;p26"/>
          <p:cNvSpPr/>
          <p:nvPr/>
        </p:nvSpPr>
        <p:spPr>
          <a:xfrm>
            <a:off x="14158058" y="8095328"/>
            <a:ext cx="609464" cy="696893"/>
          </a:xfrm>
          <a:custGeom>
            <a:avLst/>
            <a:gdLst/>
            <a:ahLst/>
            <a:cxnLst/>
            <a:rect l="l" t="t" r="r" b="b"/>
            <a:pathLst>
              <a:path w="609464" h="696893" extrusionOk="0">
                <a:moveTo>
                  <a:pt x="0" y="0"/>
                </a:moveTo>
                <a:lnTo>
                  <a:pt x="609465" y="0"/>
                </a:lnTo>
                <a:lnTo>
                  <a:pt x="609465" y="696893"/>
                </a:lnTo>
                <a:lnTo>
                  <a:pt x="0" y="696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2" name="Google Shape;402;p26"/>
          <p:cNvSpPr/>
          <p:nvPr/>
        </p:nvSpPr>
        <p:spPr>
          <a:xfrm>
            <a:off x="12923756" y="8186963"/>
            <a:ext cx="733749" cy="513624"/>
          </a:xfrm>
          <a:custGeom>
            <a:avLst/>
            <a:gdLst/>
            <a:ahLst/>
            <a:cxnLst/>
            <a:rect l="l" t="t" r="r" b="b"/>
            <a:pathLst>
              <a:path w="733749" h="513624" extrusionOk="0">
                <a:moveTo>
                  <a:pt x="0" y="0"/>
                </a:moveTo>
                <a:lnTo>
                  <a:pt x="733749" y="0"/>
                </a:lnTo>
                <a:lnTo>
                  <a:pt x="733749" y="513624"/>
                </a:lnTo>
                <a:lnTo>
                  <a:pt x="0" y="513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3" name="Google Shape;403;p26"/>
          <p:cNvSpPr/>
          <p:nvPr/>
        </p:nvSpPr>
        <p:spPr>
          <a:xfrm>
            <a:off x="11795440" y="8186963"/>
            <a:ext cx="627763" cy="513624"/>
          </a:xfrm>
          <a:custGeom>
            <a:avLst/>
            <a:gdLst/>
            <a:ahLst/>
            <a:cxnLst/>
            <a:rect l="l" t="t" r="r" b="b"/>
            <a:pathLst>
              <a:path w="627763" h="513624" extrusionOk="0">
                <a:moveTo>
                  <a:pt x="0" y="0"/>
                </a:moveTo>
                <a:lnTo>
                  <a:pt x="627762" y="0"/>
                </a:lnTo>
                <a:lnTo>
                  <a:pt x="627762" y="513624"/>
                </a:lnTo>
                <a:lnTo>
                  <a:pt x="0" y="513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4" name="Google Shape;404;p26"/>
          <p:cNvSpPr/>
          <p:nvPr/>
        </p:nvSpPr>
        <p:spPr>
          <a:xfrm>
            <a:off x="9929728" y="8095328"/>
            <a:ext cx="350981" cy="696893"/>
          </a:xfrm>
          <a:custGeom>
            <a:avLst/>
            <a:gdLst/>
            <a:ahLst/>
            <a:cxnLst/>
            <a:rect l="l" t="t" r="r" b="b"/>
            <a:pathLst>
              <a:path w="350981" h="696893" extrusionOk="0">
                <a:moveTo>
                  <a:pt x="0" y="0"/>
                </a:moveTo>
                <a:lnTo>
                  <a:pt x="350980" y="0"/>
                </a:lnTo>
                <a:lnTo>
                  <a:pt x="350980" y="696893"/>
                </a:lnTo>
                <a:lnTo>
                  <a:pt x="0" y="696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5" name="Google Shape;405;p26"/>
          <p:cNvSpPr/>
          <p:nvPr/>
        </p:nvSpPr>
        <p:spPr>
          <a:xfrm>
            <a:off x="10781262" y="8186963"/>
            <a:ext cx="513624" cy="513624"/>
          </a:xfrm>
          <a:custGeom>
            <a:avLst/>
            <a:gdLst/>
            <a:ahLst/>
            <a:cxnLst/>
            <a:rect l="l" t="t" r="r" b="b"/>
            <a:pathLst>
              <a:path w="513624" h="513624" extrusionOk="0">
                <a:moveTo>
                  <a:pt x="0" y="0"/>
                </a:moveTo>
                <a:lnTo>
                  <a:pt x="513624" y="0"/>
                </a:lnTo>
                <a:lnTo>
                  <a:pt x="513624" y="513624"/>
                </a:lnTo>
                <a:lnTo>
                  <a:pt x="0" y="513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6" name="Google Shape;406;p26"/>
          <p:cNvSpPr/>
          <p:nvPr/>
        </p:nvSpPr>
        <p:spPr>
          <a:xfrm>
            <a:off x="7690013" y="8032730"/>
            <a:ext cx="636745" cy="822089"/>
          </a:xfrm>
          <a:custGeom>
            <a:avLst/>
            <a:gdLst/>
            <a:ahLst/>
            <a:cxnLst/>
            <a:rect l="l" t="t" r="r" b="b"/>
            <a:pathLst>
              <a:path w="636745" h="822089" extrusionOk="0">
                <a:moveTo>
                  <a:pt x="0" y="0"/>
                </a:moveTo>
                <a:lnTo>
                  <a:pt x="636746" y="0"/>
                </a:lnTo>
                <a:lnTo>
                  <a:pt x="636746" y="822089"/>
                </a:lnTo>
                <a:lnTo>
                  <a:pt x="0" y="822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0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7" name="Google Shape;407;p26"/>
          <p:cNvSpPr/>
          <p:nvPr/>
        </p:nvSpPr>
        <p:spPr>
          <a:xfrm>
            <a:off x="8827312" y="8095328"/>
            <a:ext cx="601862" cy="696893"/>
          </a:xfrm>
          <a:custGeom>
            <a:avLst/>
            <a:gdLst/>
            <a:ahLst/>
            <a:cxnLst/>
            <a:rect l="l" t="t" r="r" b="b"/>
            <a:pathLst>
              <a:path w="601862" h="696893" extrusionOk="0">
                <a:moveTo>
                  <a:pt x="0" y="0"/>
                </a:moveTo>
                <a:lnTo>
                  <a:pt x="601862" y="0"/>
                </a:lnTo>
                <a:lnTo>
                  <a:pt x="601862" y="696893"/>
                </a:lnTo>
                <a:lnTo>
                  <a:pt x="0" y="696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1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27"/>
          <p:cNvGrpSpPr/>
          <p:nvPr/>
        </p:nvGrpSpPr>
        <p:grpSpPr>
          <a:xfrm>
            <a:off x="0" y="-180826"/>
            <a:ext cx="6061158" cy="5007886"/>
            <a:chOff x="0" y="-47625"/>
            <a:chExt cx="1596354" cy="1318949"/>
          </a:xfrm>
        </p:grpSpPr>
        <p:sp>
          <p:nvSpPr>
            <p:cNvPr id="413" name="Google Shape;413;p27"/>
            <p:cNvSpPr/>
            <p:nvPr/>
          </p:nvSpPr>
          <p:spPr>
            <a:xfrm>
              <a:off x="0" y="0"/>
              <a:ext cx="1596354" cy="1271324"/>
            </a:xfrm>
            <a:custGeom>
              <a:avLst/>
              <a:gdLst/>
              <a:ahLst/>
              <a:cxnLst/>
              <a:rect l="l" t="t" r="r" b="b"/>
              <a:pathLst>
                <a:path w="1596354" h="1271324" extrusionOk="0">
                  <a:moveTo>
                    <a:pt x="0" y="0"/>
                  </a:moveTo>
                  <a:lnTo>
                    <a:pt x="1596354" y="0"/>
                  </a:lnTo>
                  <a:lnTo>
                    <a:pt x="1596354" y="1271324"/>
                  </a:lnTo>
                  <a:lnTo>
                    <a:pt x="0" y="1271324"/>
                  </a:lnTo>
                  <a:close/>
                </a:path>
              </a:pathLst>
            </a:custGeom>
            <a:solidFill>
              <a:srgbClr val="FFD863"/>
            </a:solidFill>
            <a:ln>
              <a:noFill/>
            </a:ln>
          </p:spPr>
        </p:sp>
        <p:sp>
          <p:nvSpPr>
            <p:cNvPr id="414" name="Google Shape;414;p27"/>
            <p:cNvSpPr txBox="1"/>
            <p:nvPr/>
          </p:nvSpPr>
          <p:spPr>
            <a:xfrm>
              <a:off x="0" y="-47625"/>
              <a:ext cx="1596354" cy="1318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" name="Google Shape;415;p27"/>
          <p:cNvGrpSpPr/>
          <p:nvPr/>
        </p:nvGrpSpPr>
        <p:grpSpPr>
          <a:xfrm>
            <a:off x="17259300" y="-209084"/>
            <a:ext cx="1028700" cy="10496084"/>
            <a:chOff x="0" y="-47625"/>
            <a:chExt cx="270933" cy="2764401"/>
          </a:xfrm>
        </p:grpSpPr>
        <p:sp>
          <p:nvSpPr>
            <p:cNvPr id="416" name="Google Shape;416;p27"/>
            <p:cNvSpPr/>
            <p:nvPr/>
          </p:nvSpPr>
          <p:spPr>
            <a:xfrm>
              <a:off x="0" y="0"/>
              <a:ext cx="270933" cy="2716776"/>
            </a:xfrm>
            <a:custGeom>
              <a:avLst/>
              <a:gdLst/>
              <a:ahLst/>
              <a:cxnLst/>
              <a:rect l="l" t="t" r="r" b="b"/>
              <a:pathLst>
                <a:path w="270933" h="2716776" extrusionOk="0">
                  <a:moveTo>
                    <a:pt x="0" y="0"/>
                  </a:moveTo>
                  <a:lnTo>
                    <a:pt x="270933" y="0"/>
                  </a:lnTo>
                  <a:lnTo>
                    <a:pt x="270933" y="2716776"/>
                  </a:lnTo>
                  <a:lnTo>
                    <a:pt x="0" y="2716776"/>
                  </a:lnTo>
                  <a:close/>
                </a:path>
              </a:pathLst>
            </a:custGeom>
            <a:solidFill>
              <a:srgbClr val="FA9908"/>
            </a:solidFill>
            <a:ln>
              <a:noFill/>
            </a:ln>
          </p:spPr>
        </p:sp>
        <p:sp>
          <p:nvSpPr>
            <p:cNvPr id="417" name="Google Shape;417;p27"/>
            <p:cNvSpPr txBox="1"/>
            <p:nvPr/>
          </p:nvSpPr>
          <p:spPr>
            <a:xfrm>
              <a:off x="0" y="-47625"/>
              <a:ext cx="270933" cy="2764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8" name="Google Shape;418;p27"/>
          <p:cNvSpPr txBox="1"/>
          <p:nvPr/>
        </p:nvSpPr>
        <p:spPr>
          <a:xfrm>
            <a:off x="1028700" y="2219055"/>
            <a:ext cx="4262809" cy="12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This presentation template is free for everyone to use, thanks to the following:</a:t>
            </a:r>
            <a:endParaRPr/>
          </a:p>
        </p:txBody>
      </p:sp>
      <p:sp>
        <p:nvSpPr>
          <p:cNvPr id="419" name="Google Shape;419;p27"/>
          <p:cNvSpPr txBox="1"/>
          <p:nvPr/>
        </p:nvSpPr>
        <p:spPr>
          <a:xfrm>
            <a:off x="7759336" y="3101070"/>
            <a:ext cx="78017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for this presentation template</a:t>
            </a:r>
            <a:endParaRPr/>
          </a:p>
        </p:txBody>
      </p:sp>
      <p:sp>
        <p:nvSpPr>
          <p:cNvPr id="420" name="Google Shape;420;p27"/>
          <p:cNvSpPr txBox="1"/>
          <p:nvPr/>
        </p:nvSpPr>
        <p:spPr>
          <a:xfrm>
            <a:off x="7167422" y="6299636"/>
            <a:ext cx="898561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for the photos, graphics, and elements</a:t>
            </a:r>
            <a:endParaRPr/>
          </a:p>
        </p:txBody>
      </p:sp>
      <p:sp>
        <p:nvSpPr>
          <p:cNvPr id="421" name="Google Shape;421;p27"/>
          <p:cNvSpPr txBox="1"/>
          <p:nvPr/>
        </p:nvSpPr>
        <p:spPr>
          <a:xfrm>
            <a:off x="9624962" y="8752078"/>
            <a:ext cx="4070535" cy="50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1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Happy designing!</a:t>
            </a:r>
            <a:endParaRPr/>
          </a:p>
        </p:txBody>
      </p:sp>
      <p:sp>
        <p:nvSpPr>
          <p:cNvPr id="422" name="Google Shape;422;p27"/>
          <p:cNvSpPr txBox="1"/>
          <p:nvPr/>
        </p:nvSpPr>
        <p:spPr>
          <a:xfrm>
            <a:off x="1028700" y="1152525"/>
            <a:ext cx="4262809" cy="84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Credits</a:t>
            </a:r>
            <a:endParaRPr/>
          </a:p>
        </p:txBody>
      </p:sp>
      <p:sp>
        <p:nvSpPr>
          <p:cNvPr id="423" name="Google Shape;423;p27"/>
          <p:cNvSpPr txBox="1"/>
          <p:nvPr/>
        </p:nvSpPr>
        <p:spPr>
          <a:xfrm>
            <a:off x="7520811" y="5451911"/>
            <a:ext cx="827883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A38"/>
                </a:solidFill>
                <a:latin typeface="Fira Sans"/>
                <a:ea typeface="Fira Sans"/>
                <a:cs typeface="Fira Sans"/>
                <a:sym typeface="Fira Sans"/>
              </a:rPr>
              <a:t>Pexels, Pixabay, Sketchify</a:t>
            </a:r>
            <a:endParaRPr/>
          </a:p>
        </p:txBody>
      </p:sp>
      <p:pic>
        <p:nvPicPr>
          <p:cNvPr id="424" name="Google Shape;424;p27"/>
          <p:cNvPicPr preferRelativeResize="0"/>
          <p:nvPr/>
        </p:nvPicPr>
        <p:blipFill rotWithShape="1">
          <a:blip r:embed="rId3">
            <a:alphaModFix/>
          </a:blip>
          <a:srcRect l="15875" r="15875"/>
          <a:stretch/>
        </p:blipFill>
        <p:spPr>
          <a:xfrm>
            <a:off x="0" y="4370153"/>
            <a:ext cx="6061158" cy="59168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5" name="Google Shape;425;p27"/>
          <p:cNvCxnSpPr/>
          <p:nvPr/>
        </p:nvCxnSpPr>
        <p:spPr>
          <a:xfrm>
            <a:off x="9515983" y="4370153"/>
            <a:ext cx="4288493" cy="0"/>
          </a:xfrm>
          <a:prstGeom prst="straightConnector1">
            <a:avLst/>
          </a:prstGeom>
          <a:noFill/>
          <a:ln w="19050" cap="flat" cmpd="sng">
            <a:solidFill>
              <a:srgbClr val="FA990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6" name="Google Shape;426;p27"/>
          <p:cNvCxnSpPr/>
          <p:nvPr/>
        </p:nvCxnSpPr>
        <p:spPr>
          <a:xfrm>
            <a:off x="9515983" y="7667144"/>
            <a:ext cx="4288493" cy="0"/>
          </a:xfrm>
          <a:prstGeom prst="straightConnector1">
            <a:avLst/>
          </a:prstGeom>
          <a:noFill/>
          <a:ln w="19050" cap="flat" cmpd="sng">
            <a:solidFill>
              <a:srgbClr val="FA990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27" name="Google Shape;42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9450" y="1343322"/>
            <a:ext cx="5301600" cy="132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</Words>
  <Application>Microsoft Office PowerPoint</Application>
  <PresentationFormat>Довільний</PresentationFormat>
  <Paragraphs>109</Paragraphs>
  <Slides>15</Slides>
  <Notes>15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15</vt:i4>
      </vt:variant>
    </vt:vector>
  </HeadingPairs>
  <TitlesOfParts>
    <vt:vector size="21" baseType="lpstr">
      <vt:lpstr>Arial</vt:lpstr>
      <vt:lpstr>Merriweather</vt:lpstr>
      <vt:lpstr>Fira Sans SemiBold</vt:lpstr>
      <vt:lpstr>Fira Sans</vt:lpstr>
      <vt:lpstr>Calibri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cp:lastModifiedBy>Тарас Кінах</cp:lastModifiedBy>
  <cp:revision>1</cp:revision>
  <dcterms:modified xsi:type="dcterms:W3CDTF">2025-06-03T14:22:11Z</dcterms:modified>
</cp:coreProperties>
</file>